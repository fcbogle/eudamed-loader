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svg" ContentType="image/svg+xml"/>
  <Default Extension="xml" ContentType="application/xml"/>
  <Override PartName="/ppt/presentation.xml" ContentType="application/vnd.openxmlformats-officedocument.presentationml.presentation.main+xml"/>
  <Override PartName="/customXml/itemProps1.xml" ContentType="application/vnd.openxmlformats-officedocument.customXmlProperties+xml"/>
  <Override PartName="/customXml/itemProps2.xml" ContentType="application/vnd.openxmlformats-officedocument.customXmlProperties+xml"/>
  <Override PartName="/customXml/itemProps3.xml" ContentType="application/vnd.openxmlformats-officedocument.customXmlProperties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12.xml" ContentType="application/vnd.openxmlformats-officedocument.presentationml.slideLayout+xml"/>
  <Override PartName="/ppt/slideLayouts/slideLayout13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changesInfos/changesInfo1.xml" ContentType="application/vnd.ms-powerpoint.changesinfo+xml"/>
  <Override PartName="/ppt/revisionInfo.xml" ContentType="application/vnd.ms-powerpoint.revisioninfo+xml"/>
  <Override PartName="/ppt/authors.xml" ContentType="application/vnd.ms-powerpoint.authors+xml"/>
  <Override PartName="/docProps/core.xml" ContentType="application/vnd.openxmlformats-package.core-properties+xml"/>
  <Override PartName="/docProps/app.xml" ContentType="application/vnd.openxmlformats-officedocument.extended-properties+xml"/>
  <Override PartName="/docProps/custom.xml" ContentType="application/vnd.openxmlformats-officedocument.custom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5" Type="http://schemas.openxmlformats.org/officeDocument/2006/relationships/custom-properties" Target="docProps/custom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4"/>
  </p:sldMasterIdLst>
  <p:notesMasterIdLst>
    <p:notesMasterId r:id="rId9"/>
  </p:notesMasterIdLst>
  <p:sldIdLst>
    <p:sldId id="2147349213" r:id="rId5"/>
    <p:sldId id="2147349239" r:id="rId6"/>
    <p:sldId id="2147349240" r:id="rId7"/>
    <p:sldId id="2147349241" r:id="rId8"/>
  </p:sldIdLst>
  <p:sldSz cx="12192000" cy="6858000"/>
  <p:notesSz cx="6858000" cy="9144000"/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authors.xml><?xml version="1.0" encoding="utf-8"?>
<p188:authorLst xmlns:a="http://schemas.openxmlformats.org/drawingml/2006/main" xmlns:r="http://schemas.openxmlformats.org/officeDocument/2006/relationships" xmlns:p188="http://schemas.microsoft.com/office/powerpoint/2018/8/main">
  <p188:author id="{3EC98466-076A-6631-3912-202F43F01CA3}" name="Vladimir Nashchekin" initials="VN" userId="S::vladimir.nashchekin@blatchford.co.uk::1add92c5-e49e-40e8-9be5-799e635a5edb" providerId="AD"/>
</p188:authorLst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clrMru>
    <a:srgbClr val="DCDFE4"/>
    <a:srgbClr val="8AB2C9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revisionInfo.xml><?xml version="1.0" encoding="utf-8"?>
<p1510:revInfo xmlns:a="http://schemas.openxmlformats.org/drawingml/2006/main" xmlns:r="http://schemas.openxmlformats.org/officeDocument/2006/relationships" xmlns:p1510="http://schemas.microsoft.com/office/powerpoint/2015/10/main">
  <p1510:revLst>
    <p1510:client id="{7DFB9068-4925-4249-A339-7D70EDAD8100}" v="5" dt="2026-09-03T09:23:10.327"/>
  </p1510:revLst>
</p1510:revInfo>
</file>

<file path=ppt/tableStyles.xml><?xml version="1.0" encoding="utf-8"?>
<a:tblStyleLst xmlns:a="http://schemas.openxmlformats.org/drawingml/2006/main" def="{5C22544A-7EE6-4342-B048-85BDC9FD1C3A}">
  <a:tblStyle styleId="{5C22544A-7EE6-4342-B048-85BDC9FD1C3A}" styleName="Medium Style 2 - Accent 1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1"/>
          </a:solidFill>
        </a:fill>
      </a:tcStyle>
    </a:firstRow>
  </a:tblStyle>
  <a:tblStyle styleId="{5940675A-B579-460E-94D1-54222C63F5DA}" styleName="No Style, Table Grid">
    <a:wholeTbl>
      <a:tcTxStyle>
        <a:fontRef idx="minor">
          <a:scrgbClr r="0" g="0" b="0"/>
        </a:fontRef>
        <a:schemeClr val="tx1"/>
      </a:tcTxStyle>
      <a:tcStyle>
        <a:tcBdr>
          <a:left>
            <a:ln w="12700" cmpd="sng">
              <a:solidFill>
                <a:schemeClr val="tx1"/>
              </a:solidFill>
            </a:ln>
          </a:left>
          <a:right>
            <a:ln w="12700" cmpd="sng">
              <a:solidFill>
                <a:schemeClr val="tx1"/>
              </a:solidFill>
            </a:ln>
          </a:right>
          <a:top>
            <a:ln w="12700" cmpd="sng">
              <a:solidFill>
                <a:schemeClr val="tx1"/>
              </a:solidFill>
            </a:ln>
          </a:top>
          <a:bottom>
            <a:ln w="12700" cmpd="sng">
              <a:solidFill>
                <a:schemeClr val="tx1"/>
              </a:solidFill>
            </a:ln>
          </a:bottom>
          <a:insideH>
            <a:ln w="12700" cmpd="sng">
              <a:solidFill>
                <a:schemeClr val="tx1"/>
              </a:solidFill>
            </a:ln>
          </a:insideH>
          <a:insideV>
            <a:ln w="12700" cmpd="sng">
              <a:solidFill>
                <a:schemeClr val="tx1"/>
              </a:solidFill>
            </a:ln>
          </a:insideV>
        </a:tcBdr>
        <a:fill>
          <a:noFill/>
        </a:fill>
      </a:tcStyle>
    </a:wholeTbl>
  </a:tblStyle>
  <a:tblStyle styleId="{073A0DAA-6AF3-43AB-8588-CEC1D06C72B9}" styleName="Medium Style 2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dk1">
              <a:tint val="20000"/>
            </a:schemeClr>
          </a:solidFill>
        </a:fill>
      </a:tcStyle>
    </a:wholeTbl>
    <a:band1H>
      <a:tcStyle>
        <a:tcBdr/>
        <a:fill>
          <a:solidFill>
            <a:schemeClr val="dk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dk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dk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dk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dk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dk1"/>
          </a:solidFill>
        </a:fill>
      </a:tcStyle>
    </a:firstRow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5620"/>
    <p:restoredTop sz="94660"/>
  </p:normalViewPr>
  <p:slideViewPr>
    <p:cSldViewPr snapToGrid="0">
      <p:cViewPr varScale="1">
        <p:scale>
          <a:sx n="105" d="100"/>
          <a:sy n="105" d="100"/>
        </p:scale>
        <p:origin x="798" y="96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4.xml"/><Relationship Id="rId13" Type="http://schemas.openxmlformats.org/officeDocument/2006/relationships/tableStyles" Target="tableStyles.xml"/><Relationship Id="rId3" Type="http://schemas.openxmlformats.org/officeDocument/2006/relationships/customXml" Target="../customXml/item3.xml"/><Relationship Id="rId7" Type="http://schemas.openxmlformats.org/officeDocument/2006/relationships/slide" Target="slides/slide3.xml"/><Relationship Id="rId12" Type="http://schemas.openxmlformats.org/officeDocument/2006/relationships/theme" Target="theme/theme1.xml"/><Relationship Id="rId2" Type="http://schemas.openxmlformats.org/officeDocument/2006/relationships/customXml" Target="../customXml/item2.xml"/><Relationship Id="rId16" Type="http://schemas.microsoft.com/office/2018/10/relationships/authors" Target="authors.xml"/><Relationship Id="rId1" Type="http://schemas.openxmlformats.org/officeDocument/2006/relationships/customXml" Target="../customXml/item1.xml"/><Relationship Id="rId6" Type="http://schemas.openxmlformats.org/officeDocument/2006/relationships/slide" Target="slides/slide2.xml"/><Relationship Id="rId11" Type="http://schemas.openxmlformats.org/officeDocument/2006/relationships/viewProps" Target="viewProps.xml"/><Relationship Id="rId5" Type="http://schemas.openxmlformats.org/officeDocument/2006/relationships/slide" Target="slides/slide1.xml"/><Relationship Id="rId15" Type="http://schemas.microsoft.com/office/2015/10/relationships/revisionInfo" Target="revisionInfo.xml"/><Relationship Id="rId10" Type="http://schemas.openxmlformats.org/officeDocument/2006/relationships/presProps" Target="presProps.xml"/><Relationship Id="rId4" Type="http://schemas.openxmlformats.org/officeDocument/2006/relationships/slideMaster" Target="slideMasters/slideMaster1.xml"/><Relationship Id="rId9" Type="http://schemas.openxmlformats.org/officeDocument/2006/relationships/notesMaster" Target="notesMasters/notesMaster1.xml"/><Relationship Id="rId14" Type="http://schemas.microsoft.com/office/2016/11/relationships/changesInfo" Target="changesInfos/changesInfo1.xml"/></Relationships>
</file>

<file path=ppt/changesInfos/changesInfo1.xml><?xml version="1.0" encoding="utf-8"?>
<pc:chgInfo xmlns:a="http://schemas.openxmlformats.org/drawingml/2006/main" xmlns:r="http://schemas.openxmlformats.org/officeDocument/2006/relationships" xmlns:ac="http://schemas.microsoft.com/office/drawing/2013/main/command" xmlns:pc="http://schemas.microsoft.com/office/powerpoint/2013/main/command">
  <pc:docChgLst>
    <pc:chgData name="Frank Bogle" userId="e9249e3e-9ac2-4392-ad3e-7f824a21e466" providerId="ADAL" clId="{6DFD3AC9-5CBC-4E09-B9A2-9935853C53A7}"/>
    <pc:docChg chg="undo custSel addSld delSld modSld delMainMaster">
      <pc:chgData name="Frank Bogle" userId="e9249e3e-9ac2-4392-ad3e-7f824a21e466" providerId="ADAL" clId="{6DFD3AC9-5CBC-4E09-B9A2-9935853C53A7}" dt="2026-09-03T09:23:40.719" v="806" actId="5793"/>
      <pc:docMkLst>
        <pc:docMk/>
      </pc:docMkLst>
      <pc:sldChg chg="modSp mod">
        <pc:chgData name="Frank Bogle" userId="e9249e3e-9ac2-4392-ad3e-7f824a21e466" providerId="ADAL" clId="{6DFD3AC9-5CBC-4E09-B9A2-9935853C53A7}" dt="2026-09-03T09:05:28.243" v="62" actId="20577"/>
        <pc:sldMkLst>
          <pc:docMk/>
          <pc:sldMk cId="2305072808" sldId="2147349213"/>
        </pc:sldMkLst>
        <pc:spChg chg="mod">
          <ac:chgData name="Frank Bogle" userId="e9249e3e-9ac2-4392-ad3e-7f824a21e466" providerId="ADAL" clId="{6DFD3AC9-5CBC-4E09-B9A2-9935853C53A7}" dt="2026-09-03T09:05:19.976" v="47" actId="20577"/>
          <ac:spMkLst>
            <pc:docMk/>
            <pc:sldMk cId="2305072808" sldId="2147349213"/>
            <ac:spMk id="10" creationId="{E3B6C36D-4330-F14B-D96C-6ADF6C10C0C9}"/>
          </ac:spMkLst>
        </pc:spChg>
        <pc:spChg chg="mod">
          <ac:chgData name="Frank Bogle" userId="e9249e3e-9ac2-4392-ad3e-7f824a21e466" providerId="ADAL" clId="{6DFD3AC9-5CBC-4E09-B9A2-9935853C53A7}" dt="2026-09-03T09:05:28.243" v="62" actId="20577"/>
          <ac:spMkLst>
            <pc:docMk/>
            <pc:sldMk cId="2305072808" sldId="2147349213"/>
            <ac:spMk id="11" creationId="{75FC3795-C5D7-23F8-2544-CE6C0CE58164}"/>
          </ac:spMkLst>
        </pc:spChg>
      </pc:sldChg>
      <pc:sldChg chg="modSp mod">
        <pc:chgData name="Frank Bogle" userId="e9249e3e-9ac2-4392-ad3e-7f824a21e466" providerId="ADAL" clId="{6DFD3AC9-5CBC-4E09-B9A2-9935853C53A7}" dt="2026-09-03T09:14:50.795" v="545" actId="1076"/>
        <pc:sldMkLst>
          <pc:docMk/>
          <pc:sldMk cId="1148375411" sldId="2147349239"/>
        </pc:sldMkLst>
        <pc:spChg chg="mod">
          <ac:chgData name="Frank Bogle" userId="e9249e3e-9ac2-4392-ad3e-7f824a21e466" providerId="ADAL" clId="{6DFD3AC9-5CBC-4E09-B9A2-9935853C53A7}" dt="2026-09-03T09:14:50.795" v="545" actId="1076"/>
          <ac:spMkLst>
            <pc:docMk/>
            <pc:sldMk cId="1148375411" sldId="2147349239"/>
            <ac:spMk id="2" creationId="{899915BF-3A7B-AC3F-F02B-583D406682F0}"/>
          </ac:spMkLst>
        </pc:spChg>
        <pc:spChg chg="mod">
          <ac:chgData name="Frank Bogle" userId="e9249e3e-9ac2-4392-ad3e-7f824a21e466" providerId="ADAL" clId="{6DFD3AC9-5CBC-4E09-B9A2-9935853C53A7}" dt="2026-09-03T09:10:21.248" v="218" actId="20577"/>
          <ac:spMkLst>
            <pc:docMk/>
            <pc:sldMk cId="1148375411" sldId="2147349239"/>
            <ac:spMk id="4" creationId="{03308335-7428-DD63-C07A-1FC20EB7C2D7}"/>
          </ac:spMkLst>
        </pc:spChg>
      </pc:sldChg>
      <pc:sldChg chg="modSp add mod">
        <pc:chgData name="Frank Bogle" userId="e9249e3e-9ac2-4392-ad3e-7f824a21e466" providerId="ADAL" clId="{6DFD3AC9-5CBC-4E09-B9A2-9935853C53A7}" dt="2026-09-03T09:21:05.693" v="743" actId="20577"/>
        <pc:sldMkLst>
          <pc:docMk/>
          <pc:sldMk cId="1521042913" sldId="2147349240"/>
        </pc:sldMkLst>
        <pc:spChg chg="mod">
          <ac:chgData name="Frank Bogle" userId="e9249e3e-9ac2-4392-ad3e-7f824a21e466" providerId="ADAL" clId="{6DFD3AC9-5CBC-4E09-B9A2-9935853C53A7}" dt="2026-09-03T09:21:05.693" v="743" actId="20577"/>
          <ac:spMkLst>
            <pc:docMk/>
            <pc:sldMk cId="1521042913" sldId="2147349240"/>
            <ac:spMk id="2" creationId="{CDFCBAE4-93F2-5F77-50C0-DB56E63342D4}"/>
          </ac:spMkLst>
        </pc:spChg>
        <pc:spChg chg="mod">
          <ac:chgData name="Frank Bogle" userId="e9249e3e-9ac2-4392-ad3e-7f824a21e466" providerId="ADAL" clId="{6DFD3AC9-5CBC-4E09-B9A2-9935853C53A7}" dt="2026-09-03T09:10:33.066" v="242" actId="20577"/>
          <ac:spMkLst>
            <pc:docMk/>
            <pc:sldMk cId="1521042913" sldId="2147349240"/>
            <ac:spMk id="4" creationId="{B0F904AA-09E4-BD8A-82A8-C825041F8D8D}"/>
          </ac:spMkLst>
        </pc:spChg>
      </pc:sldChg>
      <pc:sldChg chg="modSp add mod">
        <pc:chgData name="Frank Bogle" userId="e9249e3e-9ac2-4392-ad3e-7f824a21e466" providerId="ADAL" clId="{6DFD3AC9-5CBC-4E09-B9A2-9935853C53A7}" dt="2026-09-03T09:23:40.719" v="806" actId="5793"/>
        <pc:sldMkLst>
          <pc:docMk/>
          <pc:sldMk cId="2995349182" sldId="2147349241"/>
        </pc:sldMkLst>
        <pc:spChg chg="mod">
          <ac:chgData name="Frank Bogle" userId="e9249e3e-9ac2-4392-ad3e-7f824a21e466" providerId="ADAL" clId="{6DFD3AC9-5CBC-4E09-B9A2-9935853C53A7}" dt="2026-09-03T09:23:40.719" v="806" actId="5793"/>
          <ac:spMkLst>
            <pc:docMk/>
            <pc:sldMk cId="2995349182" sldId="2147349241"/>
            <ac:spMk id="2" creationId="{5D478914-A16F-7B34-989D-846088EC30A5}"/>
          </ac:spMkLst>
        </pc:spChg>
        <pc:spChg chg="mod">
          <ac:chgData name="Frank Bogle" userId="e9249e3e-9ac2-4392-ad3e-7f824a21e466" providerId="ADAL" clId="{6DFD3AC9-5CBC-4E09-B9A2-9935853C53A7}" dt="2026-09-03T09:22:07.354" v="790" actId="313"/>
          <ac:spMkLst>
            <pc:docMk/>
            <pc:sldMk cId="2995349182" sldId="2147349241"/>
            <ac:spMk id="4" creationId="{9A887E3B-F9DF-0F24-E70B-4F046484994B}"/>
          </ac:spMkLst>
        </pc:spChg>
      </pc:sldChg>
      <pc:sldChg chg="del">
        <pc:chgData name="Frank Bogle" userId="e9249e3e-9ac2-4392-ad3e-7f824a21e466" providerId="ADAL" clId="{6DFD3AC9-5CBC-4E09-B9A2-9935853C53A7}" dt="2026-09-03T09:05:36.389" v="63" actId="47"/>
        <pc:sldMkLst>
          <pc:docMk/>
          <pc:sldMk cId="501676033" sldId="2147483152"/>
        </pc:sldMkLst>
      </pc:sldChg>
      <pc:sldChg chg="del">
        <pc:chgData name="Frank Bogle" userId="e9249e3e-9ac2-4392-ad3e-7f824a21e466" providerId="ADAL" clId="{6DFD3AC9-5CBC-4E09-B9A2-9935853C53A7}" dt="2026-09-03T09:05:36.389" v="63" actId="47"/>
        <pc:sldMkLst>
          <pc:docMk/>
          <pc:sldMk cId="2417146467" sldId="2147483153"/>
        </pc:sldMkLst>
      </pc:sldChg>
      <pc:sldChg chg="del">
        <pc:chgData name="Frank Bogle" userId="e9249e3e-9ac2-4392-ad3e-7f824a21e466" providerId="ADAL" clId="{6DFD3AC9-5CBC-4E09-B9A2-9935853C53A7}" dt="2026-09-03T09:05:36.389" v="63" actId="47"/>
        <pc:sldMkLst>
          <pc:docMk/>
          <pc:sldMk cId="3352428425" sldId="2147483154"/>
        </pc:sldMkLst>
      </pc:sldChg>
      <pc:sldChg chg="del">
        <pc:chgData name="Frank Bogle" userId="e9249e3e-9ac2-4392-ad3e-7f824a21e466" providerId="ADAL" clId="{6DFD3AC9-5CBC-4E09-B9A2-9935853C53A7}" dt="2026-09-03T09:05:36.389" v="63" actId="47"/>
        <pc:sldMkLst>
          <pc:docMk/>
          <pc:sldMk cId="4000621805" sldId="2147483155"/>
        </pc:sldMkLst>
      </pc:sldChg>
      <pc:sldMasterChg chg="del delSldLayout">
        <pc:chgData name="Frank Bogle" userId="e9249e3e-9ac2-4392-ad3e-7f824a21e466" providerId="ADAL" clId="{6DFD3AC9-5CBC-4E09-B9A2-9935853C53A7}" dt="2026-09-03T09:05:36.389" v="63" actId="47"/>
        <pc:sldMasterMkLst>
          <pc:docMk/>
          <pc:sldMasterMk cId="3317310460" sldId="2147483663"/>
        </pc:sldMasterMkLst>
        <pc:sldLayoutChg chg="del">
          <pc:chgData name="Frank Bogle" userId="e9249e3e-9ac2-4392-ad3e-7f824a21e466" providerId="ADAL" clId="{6DFD3AC9-5CBC-4E09-B9A2-9935853C53A7}" dt="2026-09-03T09:05:36.389" v="63" actId="47"/>
          <pc:sldLayoutMkLst>
            <pc:docMk/>
            <pc:sldMasterMk cId="3317310460" sldId="2147483663"/>
            <pc:sldLayoutMk cId="877783919" sldId="2147483664"/>
          </pc:sldLayoutMkLst>
        </pc:sldLayoutChg>
        <pc:sldLayoutChg chg="del">
          <pc:chgData name="Frank Bogle" userId="e9249e3e-9ac2-4392-ad3e-7f824a21e466" providerId="ADAL" clId="{6DFD3AC9-5CBC-4E09-B9A2-9935853C53A7}" dt="2026-09-03T09:05:36.389" v="63" actId="47"/>
          <pc:sldLayoutMkLst>
            <pc:docMk/>
            <pc:sldMasterMk cId="3317310460" sldId="2147483663"/>
            <pc:sldLayoutMk cId="3841175228" sldId="2147483665"/>
          </pc:sldLayoutMkLst>
        </pc:sldLayoutChg>
        <pc:sldLayoutChg chg="del">
          <pc:chgData name="Frank Bogle" userId="e9249e3e-9ac2-4392-ad3e-7f824a21e466" providerId="ADAL" clId="{6DFD3AC9-5CBC-4E09-B9A2-9935853C53A7}" dt="2026-09-03T09:05:36.389" v="63" actId="47"/>
          <pc:sldLayoutMkLst>
            <pc:docMk/>
            <pc:sldMasterMk cId="3317310460" sldId="2147483663"/>
            <pc:sldLayoutMk cId="3105291113" sldId="2147483666"/>
          </pc:sldLayoutMkLst>
        </pc:sldLayoutChg>
        <pc:sldLayoutChg chg="del">
          <pc:chgData name="Frank Bogle" userId="e9249e3e-9ac2-4392-ad3e-7f824a21e466" providerId="ADAL" clId="{6DFD3AC9-5CBC-4E09-B9A2-9935853C53A7}" dt="2026-09-03T09:05:36.389" v="63" actId="47"/>
          <pc:sldLayoutMkLst>
            <pc:docMk/>
            <pc:sldMasterMk cId="3317310460" sldId="2147483663"/>
            <pc:sldLayoutMk cId="1021361926" sldId="2147483667"/>
          </pc:sldLayoutMkLst>
        </pc:sldLayoutChg>
        <pc:sldLayoutChg chg="del">
          <pc:chgData name="Frank Bogle" userId="e9249e3e-9ac2-4392-ad3e-7f824a21e466" providerId="ADAL" clId="{6DFD3AC9-5CBC-4E09-B9A2-9935853C53A7}" dt="2026-09-03T09:05:36.389" v="63" actId="47"/>
          <pc:sldLayoutMkLst>
            <pc:docMk/>
            <pc:sldMasterMk cId="3317310460" sldId="2147483663"/>
            <pc:sldLayoutMk cId="807181880" sldId="2147483668"/>
          </pc:sldLayoutMkLst>
        </pc:sldLayoutChg>
        <pc:sldLayoutChg chg="del">
          <pc:chgData name="Frank Bogle" userId="e9249e3e-9ac2-4392-ad3e-7f824a21e466" providerId="ADAL" clId="{6DFD3AC9-5CBC-4E09-B9A2-9935853C53A7}" dt="2026-09-03T09:05:36.389" v="63" actId="47"/>
          <pc:sldLayoutMkLst>
            <pc:docMk/>
            <pc:sldMasterMk cId="3317310460" sldId="2147483663"/>
            <pc:sldLayoutMk cId="3661791311" sldId="2147483669"/>
          </pc:sldLayoutMkLst>
        </pc:sldLayoutChg>
        <pc:sldLayoutChg chg="del">
          <pc:chgData name="Frank Bogle" userId="e9249e3e-9ac2-4392-ad3e-7f824a21e466" providerId="ADAL" clId="{6DFD3AC9-5CBC-4E09-B9A2-9935853C53A7}" dt="2026-09-03T09:05:36.389" v="63" actId="47"/>
          <pc:sldLayoutMkLst>
            <pc:docMk/>
            <pc:sldMasterMk cId="3317310460" sldId="2147483663"/>
            <pc:sldLayoutMk cId="2959096771" sldId="2147483670"/>
          </pc:sldLayoutMkLst>
        </pc:sldLayoutChg>
        <pc:sldLayoutChg chg="del">
          <pc:chgData name="Frank Bogle" userId="e9249e3e-9ac2-4392-ad3e-7f824a21e466" providerId="ADAL" clId="{6DFD3AC9-5CBC-4E09-B9A2-9935853C53A7}" dt="2026-09-03T09:05:36.389" v="63" actId="47"/>
          <pc:sldLayoutMkLst>
            <pc:docMk/>
            <pc:sldMasterMk cId="3317310460" sldId="2147483663"/>
            <pc:sldLayoutMk cId="2471987485" sldId="2147483671"/>
          </pc:sldLayoutMkLst>
        </pc:sldLayoutChg>
        <pc:sldLayoutChg chg="del">
          <pc:chgData name="Frank Bogle" userId="e9249e3e-9ac2-4392-ad3e-7f824a21e466" providerId="ADAL" clId="{6DFD3AC9-5CBC-4E09-B9A2-9935853C53A7}" dt="2026-09-03T09:05:36.389" v="63" actId="47"/>
          <pc:sldLayoutMkLst>
            <pc:docMk/>
            <pc:sldMasterMk cId="3317310460" sldId="2147483663"/>
            <pc:sldLayoutMk cId="2958832496" sldId="2147483672"/>
          </pc:sldLayoutMkLst>
        </pc:sldLayoutChg>
        <pc:sldLayoutChg chg="del">
          <pc:chgData name="Frank Bogle" userId="e9249e3e-9ac2-4392-ad3e-7f824a21e466" providerId="ADAL" clId="{6DFD3AC9-5CBC-4E09-B9A2-9935853C53A7}" dt="2026-09-03T09:05:36.389" v="63" actId="47"/>
          <pc:sldLayoutMkLst>
            <pc:docMk/>
            <pc:sldMasterMk cId="3317310460" sldId="2147483663"/>
            <pc:sldLayoutMk cId="3803113109" sldId="2147483673"/>
          </pc:sldLayoutMkLst>
        </pc:sldLayoutChg>
        <pc:sldLayoutChg chg="del">
          <pc:chgData name="Frank Bogle" userId="e9249e3e-9ac2-4392-ad3e-7f824a21e466" providerId="ADAL" clId="{6DFD3AC9-5CBC-4E09-B9A2-9935853C53A7}" dt="2026-09-03T09:05:36.389" v="63" actId="47"/>
          <pc:sldLayoutMkLst>
            <pc:docMk/>
            <pc:sldMasterMk cId="3317310460" sldId="2147483663"/>
            <pc:sldLayoutMk cId="2635521882" sldId="2147483674"/>
          </pc:sldLayoutMkLst>
        </pc:sldLayoutChg>
        <pc:sldLayoutChg chg="del">
          <pc:chgData name="Frank Bogle" userId="e9249e3e-9ac2-4392-ad3e-7f824a21e466" providerId="ADAL" clId="{6DFD3AC9-5CBC-4E09-B9A2-9935853C53A7}" dt="2026-09-03T09:05:36.389" v="63" actId="47"/>
          <pc:sldLayoutMkLst>
            <pc:docMk/>
            <pc:sldMasterMk cId="3317310460" sldId="2147483663"/>
            <pc:sldLayoutMk cId="2525274367" sldId="2147483675"/>
          </pc:sldLayoutMkLst>
        </pc:sldLayoutChg>
        <pc:sldLayoutChg chg="del">
          <pc:chgData name="Frank Bogle" userId="e9249e3e-9ac2-4392-ad3e-7f824a21e466" providerId="ADAL" clId="{6DFD3AC9-5CBC-4E09-B9A2-9935853C53A7}" dt="2026-09-03T09:05:36.389" v="63" actId="47"/>
          <pc:sldLayoutMkLst>
            <pc:docMk/>
            <pc:sldMasterMk cId="3317310460" sldId="2147483663"/>
            <pc:sldLayoutMk cId="4028245236" sldId="2147483676"/>
          </pc:sldLayoutMkLst>
        </pc:sldLayoutChg>
        <pc:sldLayoutChg chg="del">
          <pc:chgData name="Frank Bogle" userId="e9249e3e-9ac2-4392-ad3e-7f824a21e466" providerId="ADAL" clId="{6DFD3AC9-5CBC-4E09-B9A2-9935853C53A7}" dt="2026-09-03T09:05:36.389" v="63" actId="47"/>
          <pc:sldLayoutMkLst>
            <pc:docMk/>
            <pc:sldMasterMk cId="3317310460" sldId="2147483663"/>
            <pc:sldLayoutMk cId="965196432" sldId="2147483677"/>
          </pc:sldLayoutMkLst>
        </pc:sldLayoutChg>
        <pc:sldLayoutChg chg="del">
          <pc:chgData name="Frank Bogle" userId="e9249e3e-9ac2-4392-ad3e-7f824a21e466" providerId="ADAL" clId="{6DFD3AC9-5CBC-4E09-B9A2-9935853C53A7}" dt="2026-09-03T09:05:36.389" v="63" actId="47"/>
          <pc:sldLayoutMkLst>
            <pc:docMk/>
            <pc:sldMasterMk cId="3317310460" sldId="2147483663"/>
            <pc:sldLayoutMk cId="277544560" sldId="2147483678"/>
          </pc:sldLayoutMkLst>
        </pc:sldLayoutChg>
        <pc:sldLayoutChg chg="del">
          <pc:chgData name="Frank Bogle" userId="e9249e3e-9ac2-4392-ad3e-7f824a21e466" providerId="ADAL" clId="{6DFD3AC9-5CBC-4E09-B9A2-9935853C53A7}" dt="2026-09-03T09:05:36.389" v="63" actId="47"/>
          <pc:sldLayoutMkLst>
            <pc:docMk/>
            <pc:sldMasterMk cId="3317310460" sldId="2147483663"/>
            <pc:sldLayoutMk cId="1644437837" sldId="2147483679"/>
          </pc:sldLayoutMkLst>
        </pc:sldLayoutChg>
        <pc:sldLayoutChg chg="del">
          <pc:chgData name="Frank Bogle" userId="e9249e3e-9ac2-4392-ad3e-7f824a21e466" providerId="ADAL" clId="{6DFD3AC9-5CBC-4E09-B9A2-9935853C53A7}" dt="2026-09-03T09:05:36.389" v="63" actId="47"/>
          <pc:sldLayoutMkLst>
            <pc:docMk/>
            <pc:sldMasterMk cId="3317310460" sldId="2147483663"/>
            <pc:sldLayoutMk cId="4092706898" sldId="2147483680"/>
          </pc:sldLayoutMkLst>
        </pc:sldLayoutChg>
        <pc:sldLayoutChg chg="del">
          <pc:chgData name="Frank Bogle" userId="e9249e3e-9ac2-4392-ad3e-7f824a21e466" providerId="ADAL" clId="{6DFD3AC9-5CBC-4E09-B9A2-9935853C53A7}" dt="2026-09-03T09:05:36.389" v="63" actId="47"/>
          <pc:sldLayoutMkLst>
            <pc:docMk/>
            <pc:sldMasterMk cId="3317310460" sldId="2147483663"/>
            <pc:sldLayoutMk cId="3656878784" sldId="2147483681"/>
          </pc:sldLayoutMkLst>
        </pc:sldLayoutChg>
        <pc:sldLayoutChg chg="del">
          <pc:chgData name="Frank Bogle" userId="e9249e3e-9ac2-4392-ad3e-7f824a21e466" providerId="ADAL" clId="{6DFD3AC9-5CBC-4E09-B9A2-9935853C53A7}" dt="2026-09-03T09:05:36.389" v="63" actId="47"/>
          <pc:sldLayoutMkLst>
            <pc:docMk/>
            <pc:sldMasterMk cId="3317310460" sldId="2147483663"/>
            <pc:sldLayoutMk cId="2546239898" sldId="2147483682"/>
          </pc:sldLayoutMkLst>
        </pc:sldLayoutChg>
        <pc:sldLayoutChg chg="del">
          <pc:chgData name="Frank Bogle" userId="e9249e3e-9ac2-4392-ad3e-7f824a21e466" providerId="ADAL" clId="{6DFD3AC9-5CBC-4E09-B9A2-9935853C53A7}" dt="2026-09-03T09:05:36.389" v="63" actId="47"/>
          <pc:sldLayoutMkLst>
            <pc:docMk/>
            <pc:sldMasterMk cId="3317310460" sldId="2147483663"/>
            <pc:sldLayoutMk cId="3417770613" sldId="2147483683"/>
          </pc:sldLayoutMkLst>
        </pc:sldLayoutChg>
        <pc:sldLayoutChg chg="del">
          <pc:chgData name="Frank Bogle" userId="e9249e3e-9ac2-4392-ad3e-7f824a21e466" providerId="ADAL" clId="{6DFD3AC9-5CBC-4E09-B9A2-9935853C53A7}" dt="2026-09-03T09:05:36.389" v="63" actId="47"/>
          <pc:sldLayoutMkLst>
            <pc:docMk/>
            <pc:sldMasterMk cId="3317310460" sldId="2147483663"/>
            <pc:sldLayoutMk cId="3397719551" sldId="2147483684"/>
          </pc:sldLayoutMkLst>
        </pc:sldLayoutChg>
        <pc:sldLayoutChg chg="del">
          <pc:chgData name="Frank Bogle" userId="e9249e3e-9ac2-4392-ad3e-7f824a21e466" providerId="ADAL" clId="{6DFD3AC9-5CBC-4E09-B9A2-9935853C53A7}" dt="2026-09-03T09:05:36.389" v="63" actId="47"/>
          <pc:sldLayoutMkLst>
            <pc:docMk/>
            <pc:sldMasterMk cId="3317310460" sldId="2147483663"/>
            <pc:sldLayoutMk cId="1558975043" sldId="2147483685"/>
          </pc:sldLayoutMkLst>
        </pc:sldLayoutChg>
        <pc:sldLayoutChg chg="del">
          <pc:chgData name="Frank Bogle" userId="e9249e3e-9ac2-4392-ad3e-7f824a21e466" providerId="ADAL" clId="{6DFD3AC9-5CBC-4E09-B9A2-9935853C53A7}" dt="2026-09-03T09:05:36.389" v="63" actId="47"/>
          <pc:sldLayoutMkLst>
            <pc:docMk/>
            <pc:sldMasterMk cId="3317310460" sldId="2147483663"/>
            <pc:sldLayoutMk cId="3680148862" sldId="2147483686"/>
          </pc:sldLayoutMkLst>
        </pc:sldLayoutChg>
        <pc:sldLayoutChg chg="del">
          <pc:chgData name="Frank Bogle" userId="e9249e3e-9ac2-4392-ad3e-7f824a21e466" providerId="ADAL" clId="{6DFD3AC9-5CBC-4E09-B9A2-9935853C53A7}" dt="2026-09-03T09:05:36.389" v="63" actId="47"/>
          <pc:sldLayoutMkLst>
            <pc:docMk/>
            <pc:sldMasterMk cId="3317310460" sldId="2147483663"/>
            <pc:sldLayoutMk cId="2190902992" sldId="2147483687"/>
          </pc:sldLayoutMkLst>
        </pc:sldLayoutChg>
        <pc:sldLayoutChg chg="del">
          <pc:chgData name="Frank Bogle" userId="e9249e3e-9ac2-4392-ad3e-7f824a21e466" providerId="ADAL" clId="{6DFD3AC9-5CBC-4E09-B9A2-9935853C53A7}" dt="2026-09-03T09:05:36.389" v="63" actId="47"/>
          <pc:sldLayoutMkLst>
            <pc:docMk/>
            <pc:sldMasterMk cId="3317310460" sldId="2147483663"/>
            <pc:sldLayoutMk cId="1858744019" sldId="2147483688"/>
          </pc:sldLayoutMkLst>
        </pc:sldLayoutChg>
        <pc:sldLayoutChg chg="del">
          <pc:chgData name="Frank Bogle" userId="e9249e3e-9ac2-4392-ad3e-7f824a21e466" providerId="ADAL" clId="{6DFD3AC9-5CBC-4E09-B9A2-9935853C53A7}" dt="2026-09-03T09:05:36.389" v="63" actId="47"/>
          <pc:sldLayoutMkLst>
            <pc:docMk/>
            <pc:sldMasterMk cId="3317310460" sldId="2147483663"/>
            <pc:sldLayoutMk cId="3619673026" sldId="2147483689"/>
          </pc:sldLayoutMkLst>
        </pc:sldLayoutChg>
        <pc:sldLayoutChg chg="del">
          <pc:chgData name="Frank Bogle" userId="e9249e3e-9ac2-4392-ad3e-7f824a21e466" providerId="ADAL" clId="{6DFD3AC9-5CBC-4E09-B9A2-9935853C53A7}" dt="2026-09-03T09:05:36.389" v="63" actId="47"/>
          <pc:sldLayoutMkLst>
            <pc:docMk/>
            <pc:sldMasterMk cId="3317310460" sldId="2147483663"/>
            <pc:sldLayoutMk cId="2647465870" sldId="2147483690"/>
          </pc:sldLayoutMkLst>
        </pc:sldLayoutChg>
        <pc:sldLayoutChg chg="del">
          <pc:chgData name="Frank Bogle" userId="e9249e3e-9ac2-4392-ad3e-7f824a21e466" providerId="ADAL" clId="{6DFD3AC9-5CBC-4E09-B9A2-9935853C53A7}" dt="2026-09-03T09:05:36.389" v="63" actId="47"/>
          <pc:sldLayoutMkLst>
            <pc:docMk/>
            <pc:sldMasterMk cId="3317310460" sldId="2147483663"/>
            <pc:sldLayoutMk cId="3532254358" sldId="2147483691"/>
          </pc:sldLayoutMkLst>
        </pc:sldLayoutChg>
        <pc:sldLayoutChg chg="del">
          <pc:chgData name="Frank Bogle" userId="e9249e3e-9ac2-4392-ad3e-7f824a21e466" providerId="ADAL" clId="{6DFD3AC9-5CBC-4E09-B9A2-9935853C53A7}" dt="2026-09-03T09:05:36.389" v="63" actId="47"/>
          <pc:sldLayoutMkLst>
            <pc:docMk/>
            <pc:sldMasterMk cId="3317310460" sldId="2147483663"/>
            <pc:sldLayoutMk cId="2647937299" sldId="2147483692"/>
          </pc:sldLayoutMkLst>
        </pc:sldLayoutChg>
        <pc:sldLayoutChg chg="del">
          <pc:chgData name="Frank Bogle" userId="e9249e3e-9ac2-4392-ad3e-7f824a21e466" providerId="ADAL" clId="{6DFD3AC9-5CBC-4E09-B9A2-9935853C53A7}" dt="2026-09-03T09:05:36.389" v="63" actId="47"/>
          <pc:sldLayoutMkLst>
            <pc:docMk/>
            <pc:sldMasterMk cId="3317310460" sldId="2147483663"/>
            <pc:sldLayoutMk cId="3700798428" sldId="2147483693"/>
          </pc:sldLayoutMkLst>
        </pc:sldLayoutChg>
        <pc:sldLayoutChg chg="del">
          <pc:chgData name="Frank Bogle" userId="e9249e3e-9ac2-4392-ad3e-7f824a21e466" providerId="ADAL" clId="{6DFD3AC9-5CBC-4E09-B9A2-9935853C53A7}" dt="2026-09-03T09:05:36.389" v="63" actId="47"/>
          <pc:sldLayoutMkLst>
            <pc:docMk/>
            <pc:sldMasterMk cId="3317310460" sldId="2147483663"/>
            <pc:sldLayoutMk cId="2113346317" sldId="2147483694"/>
          </pc:sldLayoutMkLst>
        </pc:sldLayoutChg>
        <pc:sldLayoutChg chg="del">
          <pc:chgData name="Frank Bogle" userId="e9249e3e-9ac2-4392-ad3e-7f824a21e466" providerId="ADAL" clId="{6DFD3AC9-5CBC-4E09-B9A2-9935853C53A7}" dt="2026-09-03T09:05:36.389" v="63" actId="47"/>
          <pc:sldLayoutMkLst>
            <pc:docMk/>
            <pc:sldMasterMk cId="3317310460" sldId="2147483663"/>
            <pc:sldLayoutMk cId="1234321519" sldId="2147483695"/>
          </pc:sldLayoutMkLst>
        </pc:sldLayoutChg>
      </pc:sldMasterChg>
    </pc:docChg>
  </pc:docChgLst>
</pc:chgInfo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E07194D4-89DF-A040-B87F-5AE47AEC333E}" type="datetimeFigureOut">
              <a:rPr lang="en-US" smtClean="0"/>
              <a:t>9/3/2026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GB"/>
              <a:t>Click to edit Master text styles</a:t>
            </a:r>
          </a:p>
          <a:p>
            <a:pPr lvl="1"/>
            <a:r>
              <a:rPr lang="en-GB"/>
              <a:t>Second level</a:t>
            </a:r>
          </a:p>
          <a:p>
            <a:pPr lvl="2"/>
            <a:r>
              <a:rPr lang="en-GB"/>
              <a:t>Third level</a:t>
            </a:r>
          </a:p>
          <a:p>
            <a:pPr lvl="3"/>
            <a:r>
              <a:rPr lang="en-GB"/>
              <a:t>Fourth level</a:t>
            </a:r>
          </a:p>
          <a:p>
            <a:pPr lvl="4"/>
            <a:r>
              <a:rPr lang="en-GB"/>
              <a:t>Fifth level</a:t>
            </a:r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B3181CF3-8B56-6746-AD3B-9B8851090D7B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087194643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B3181CF3-8B56-6746-AD3B-9B8851090D7B}" type="slidenum">
              <a:rPr lang="en-US" smtClean="0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908072919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3C7A7DF8-5EA4-6B19-747A-3ACD462B9401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EECF7251-12AD-82A9-A09B-942DDDDF11E0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BBBA5B84-AC00-245B-6315-CBFB02F2DD08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FF5BF58D-0F16-8E9E-076F-5AC312638283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B3181CF3-8B56-6746-AD3B-9B8851090D7B}" type="slidenum">
              <a:rPr lang="en-US" smtClean="0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428921595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A25746F7-590D-CABC-9EEE-704C02A41060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01993805-EB34-FAFD-37A2-FDB299C15604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20EE897D-DCCC-F897-FAD2-401F444DAD1F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4FC1D79A-CF6B-D09F-7D8E-EA9DCA3C31A0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B3181CF3-8B56-6746-AD3B-9B8851090D7B}" type="slidenum">
              <a:rPr lang="en-US" smtClean="0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387122994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9D5CB473-C67A-6B88-A83E-EE6E0CE65273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52EBD492-64DD-ACC4-2A75-1A5B7B74A8CB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FC368B97-44F6-8F09-C61D-FDB839ED423D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249C306B-B66F-B6F1-0945-4EE579A91754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B3181CF3-8B56-6746-AD3B-9B8851090D7B}" type="slidenum">
              <a:rPr lang="en-US" smtClean="0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0563225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2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svg"/><Relationship Id="rId2" Type="http://schemas.openxmlformats.org/officeDocument/2006/relationships/image" Target="../media/image1.png"/><Relationship Id="rId1" Type="http://schemas.openxmlformats.org/officeDocument/2006/relationships/slideMaster" Target="../slideMasters/slideMaster1.xml"/><Relationship Id="rId4" Type="http://schemas.openxmlformats.org/officeDocument/2006/relationships/image" Target="../media/image3.png"/></Relationships>
</file>

<file path=ppt/slideLayouts/_rels/slideLayout13.xml.rels><?xml version="1.0" encoding="UTF-8" standalone="yes"?>
<Relationships xmlns="http://schemas.openxmlformats.org/package/2006/relationships"><Relationship Id="rId3" Type="http://schemas.openxmlformats.org/officeDocument/2006/relationships/image" Target="../media/image5.svg"/><Relationship Id="rId2" Type="http://schemas.openxmlformats.org/officeDocument/2006/relationships/image" Target="../media/image4.png"/><Relationship Id="rId1" Type="http://schemas.openxmlformats.org/officeDocument/2006/relationships/slideMaster" Target="../slideMasters/slideMaster1.xml"/><Relationship Id="rId4" Type="http://schemas.openxmlformats.org/officeDocument/2006/relationships/image" Target="../media/image6.svg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C6C343EF-8F3F-3B7B-9060-A2DE0379ACE5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en-US"/>
              <a:t>Click to edit Master title style</a:t>
            </a:r>
            <a:endParaRPr lang="en-GB"/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E73E0214-0C0F-5640-BB1B-C5A82F29500B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US"/>
              <a:t>Click to edit Master subtitle style</a:t>
            </a:r>
            <a:endParaRPr lang="en-GB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1F54EBF4-2ACF-EE36-3784-7EB5CA08321D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1CD8378-E755-43B4-A1F0-22212A4E7198}" type="datetimeFigureOut">
              <a:rPr lang="en-GB" smtClean="0"/>
              <a:t>03/09/2026</a:t>
            </a:fld>
            <a:endParaRPr lang="en-GB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EDA4B182-C91B-2AC5-FE2E-82BA44AF8A1F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GB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6428F610-C612-A2A8-68E5-69E1DCE1BF90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87FE1B2-E367-4FA9-A2C2-360BB182FE5D}" type="slidenum">
              <a:rPr lang="en-GB" smtClean="0"/>
              <a:t>‹#›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3629065702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684A9652-039D-7DA1-2DAD-C9E36A8AFF80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GB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5CAA885F-45EB-4551-D3DD-B0B96D85FF64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GB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E606FDBA-C918-CFCE-E1C4-33E1D68FEF01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1CD8378-E755-43B4-A1F0-22212A4E7198}" type="datetimeFigureOut">
              <a:rPr lang="en-GB" smtClean="0"/>
              <a:t>03/09/2026</a:t>
            </a:fld>
            <a:endParaRPr lang="en-GB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B47E5ACE-BEBD-F214-7AE5-404129E14C88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GB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1B266ACC-8444-6091-84A1-70997FA94ABF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87FE1B2-E367-4FA9-A2C2-360BB182FE5D}" type="slidenum">
              <a:rPr lang="en-GB" smtClean="0"/>
              <a:t>‹#›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3008709404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C401936E-8DEF-0182-043E-9743956A5622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en-US"/>
              <a:t>Click to edit Master title style</a:t>
            </a:r>
            <a:endParaRPr lang="en-GB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ADA23760-79F6-563E-A983-858D5BFC57D6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82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82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82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6B7EA74C-6ACA-AE3E-CADE-9AFB52F4BEF5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1CD8378-E755-43B4-A1F0-22212A4E7198}" type="datetimeFigureOut">
              <a:rPr lang="en-GB" smtClean="0"/>
              <a:t>03/09/2026</a:t>
            </a:fld>
            <a:endParaRPr lang="en-GB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F46110AE-493A-12BC-F8CC-347C6B7AE739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GB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EAC883F5-29E0-8ED5-2F7E-3903DD88DEC8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87FE1B2-E367-4FA9-A2C2-360BB182FE5D}" type="slidenum">
              <a:rPr lang="en-GB" smtClean="0"/>
              <a:t>‹#›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822742156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6B79EA6A-53D2-9E7D-B86F-4B602D608262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GB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DCAE61D0-7B32-97C6-A799-2B8F3D1C31FB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GB"/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2FD0042A-6ECD-72DD-F0AD-D9239059ECF2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GB"/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4BE6C485-8B42-4531-167C-BE191DBA9323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1CD8378-E755-43B4-A1F0-22212A4E7198}" type="datetimeFigureOut">
              <a:rPr lang="en-GB" smtClean="0"/>
              <a:t>03/09/2026</a:t>
            </a:fld>
            <a:endParaRPr lang="en-GB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EA2BC81A-CDF3-C7F7-D8C6-8B51F8868655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GB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6B9B4395-D025-5977-6318-1DA18E76AA08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87FE1B2-E367-4FA9-A2C2-360BB182FE5D}" type="slidenum">
              <a:rPr lang="en-GB" smtClean="0"/>
              <a:t>‹#›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1567494371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411724FC-13EC-3839-CAEA-31C60151682F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en-US"/>
              <a:t>Click to edit Master title style</a:t>
            </a:r>
            <a:endParaRPr lang="en-GB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4482C2A8-204A-3BB6-CAE8-109E6BBB916F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66669563-61CE-5225-FD41-D22F3163E5FC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GB"/>
          </a:p>
        </p:txBody>
      </p:sp>
      <p:sp>
        <p:nvSpPr>
          <p:cNvPr id="5" name="Text Placeholder 4">
            <a:extLst>
              <a:ext uri="{FF2B5EF4-FFF2-40B4-BE49-F238E27FC236}">
                <a16:creationId xmlns:a16="http://schemas.microsoft.com/office/drawing/2014/main" id="{E7F7A463-064D-A913-1522-EFB84125E3FB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>
            <a:extLst>
              <a:ext uri="{FF2B5EF4-FFF2-40B4-BE49-F238E27FC236}">
                <a16:creationId xmlns:a16="http://schemas.microsoft.com/office/drawing/2014/main" id="{D8950269-F44D-7232-2C5A-AE2C9D422B03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GB"/>
          </a:p>
        </p:txBody>
      </p:sp>
      <p:sp>
        <p:nvSpPr>
          <p:cNvPr id="7" name="Date Placeholder 6">
            <a:extLst>
              <a:ext uri="{FF2B5EF4-FFF2-40B4-BE49-F238E27FC236}">
                <a16:creationId xmlns:a16="http://schemas.microsoft.com/office/drawing/2014/main" id="{FD6EF67B-7B77-62D7-2195-59B8D989018D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1CD8378-E755-43B4-A1F0-22212A4E7198}" type="datetimeFigureOut">
              <a:rPr lang="en-GB" smtClean="0"/>
              <a:t>03/09/2026</a:t>
            </a:fld>
            <a:endParaRPr lang="en-GB"/>
          </a:p>
        </p:txBody>
      </p:sp>
      <p:sp>
        <p:nvSpPr>
          <p:cNvPr id="8" name="Footer Placeholder 7">
            <a:extLst>
              <a:ext uri="{FF2B5EF4-FFF2-40B4-BE49-F238E27FC236}">
                <a16:creationId xmlns:a16="http://schemas.microsoft.com/office/drawing/2014/main" id="{3453F9F5-28B3-1AE1-3E38-22D9112CBF70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GB"/>
          </a:p>
        </p:txBody>
      </p:sp>
      <p:sp>
        <p:nvSpPr>
          <p:cNvPr id="9" name="Slide Number Placeholder 8">
            <a:extLst>
              <a:ext uri="{FF2B5EF4-FFF2-40B4-BE49-F238E27FC236}">
                <a16:creationId xmlns:a16="http://schemas.microsoft.com/office/drawing/2014/main" id="{5C4FA114-BEE7-404D-D0CC-C9810FFD4EDA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87FE1B2-E367-4FA9-A2C2-360BB182FE5D}" type="slidenum">
              <a:rPr lang="en-GB" smtClean="0"/>
              <a:t>‹#›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1887176315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B0C9CD55-CB6A-52A2-00D2-CC68DF3EA050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GB"/>
          </a:p>
        </p:txBody>
      </p:sp>
      <p:sp>
        <p:nvSpPr>
          <p:cNvPr id="3" name="Date Placeholder 2">
            <a:extLst>
              <a:ext uri="{FF2B5EF4-FFF2-40B4-BE49-F238E27FC236}">
                <a16:creationId xmlns:a16="http://schemas.microsoft.com/office/drawing/2014/main" id="{83F23088-8CB8-F96B-1C28-1978F0FA4E46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1CD8378-E755-43B4-A1F0-22212A4E7198}" type="datetimeFigureOut">
              <a:rPr lang="en-GB" smtClean="0"/>
              <a:t>03/09/2026</a:t>
            </a:fld>
            <a:endParaRPr lang="en-GB"/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0870D827-DCF2-26EA-FC65-8810708CA9E4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GB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80262841-B2B8-6C20-AC6E-597EDCC66430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87FE1B2-E367-4FA9-A2C2-360BB182FE5D}" type="slidenum">
              <a:rPr lang="en-GB" smtClean="0"/>
              <a:t>‹#›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1135971464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>
            <a:extLst>
              <a:ext uri="{FF2B5EF4-FFF2-40B4-BE49-F238E27FC236}">
                <a16:creationId xmlns:a16="http://schemas.microsoft.com/office/drawing/2014/main" id="{B4FE66C1-E0B7-4CC9-B16E-93211A6AED2F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1CD8378-E755-43B4-A1F0-22212A4E7198}" type="datetimeFigureOut">
              <a:rPr lang="en-GB" smtClean="0"/>
              <a:t>03/09/2026</a:t>
            </a:fld>
            <a:endParaRPr lang="en-GB"/>
          </a:p>
        </p:txBody>
      </p:sp>
      <p:sp>
        <p:nvSpPr>
          <p:cNvPr id="3" name="Footer Placeholder 2">
            <a:extLst>
              <a:ext uri="{FF2B5EF4-FFF2-40B4-BE49-F238E27FC236}">
                <a16:creationId xmlns:a16="http://schemas.microsoft.com/office/drawing/2014/main" id="{9A142F32-2C98-3008-26D4-DE150FF98127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GB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9555FF38-A1FA-940C-C0B7-9D960F0CFC8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87FE1B2-E367-4FA9-A2C2-360BB182FE5D}" type="slidenum">
              <a:rPr lang="en-GB" smtClean="0"/>
              <a:t>‹#›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2734342082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C9E2FB9D-3B97-975F-ED43-6F7EB6EBA6A4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  <a:endParaRPr lang="en-GB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00587CF3-6598-5E08-455B-12675926503D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GB"/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15E4CC49-D87B-0233-3BBD-DD9400372D06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A74EA797-751A-30CC-418B-CBBC72A2E18C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1CD8378-E755-43B4-A1F0-22212A4E7198}" type="datetimeFigureOut">
              <a:rPr lang="en-GB" smtClean="0"/>
              <a:t>03/09/2026</a:t>
            </a:fld>
            <a:endParaRPr lang="en-GB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A597FC89-D59A-2C23-0EC6-3AEDA6808345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GB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0ACAD435-764B-CD7A-2444-97F38EF5BBC8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87FE1B2-E367-4FA9-A2C2-360BB182FE5D}" type="slidenum">
              <a:rPr lang="en-GB" smtClean="0"/>
              <a:t>‹#›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3395360398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6ED9D024-2C81-899B-C264-048DFF1526A6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  <a:endParaRPr lang="en-GB"/>
          </a:p>
        </p:txBody>
      </p:sp>
      <p:sp>
        <p:nvSpPr>
          <p:cNvPr id="3" name="Picture Placeholder 2">
            <a:extLst>
              <a:ext uri="{FF2B5EF4-FFF2-40B4-BE49-F238E27FC236}">
                <a16:creationId xmlns:a16="http://schemas.microsoft.com/office/drawing/2014/main" id="{CF816F15-A797-C2FF-8A10-6302A41591D2}"/>
              </a:ext>
            </a:extLst>
          </p:cNvPr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GB"/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6F31C2FA-CB1B-2AFA-6EB9-0384EFF3F331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FA3E9197-C3FC-D260-436D-FC38921AA4A4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1CD8378-E755-43B4-A1F0-22212A4E7198}" type="datetimeFigureOut">
              <a:rPr lang="en-GB" smtClean="0"/>
              <a:t>03/09/2026</a:t>
            </a:fld>
            <a:endParaRPr lang="en-GB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366E896E-1C49-7C87-7106-0CA99B417E56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GB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F5310D72-8C54-341C-A421-E28A3A0E8A70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87FE1B2-E367-4FA9-A2C2-360BB182FE5D}" type="slidenum">
              <a:rPr lang="en-GB" smtClean="0"/>
              <a:t>‹#›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1801623281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7DA78A9D-DD94-7B29-2648-128A4AADD619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GB"/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F3809EBE-A28C-CBA2-BD84-BABB5B0E91CD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GB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0B2AEB87-C459-90A7-45F7-E82C242025BD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1CD8378-E755-43B4-A1F0-22212A4E7198}" type="datetimeFigureOut">
              <a:rPr lang="en-GB" smtClean="0"/>
              <a:t>03/09/2026</a:t>
            </a:fld>
            <a:endParaRPr lang="en-GB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56B63057-2A7D-9D70-C17F-72098C59D0BE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GB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5C352900-80E8-4D1E-88C7-488E7C539B8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87FE1B2-E367-4FA9-A2C2-360BB182FE5D}" type="slidenum">
              <a:rPr lang="en-GB" smtClean="0"/>
              <a:t>‹#›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399320613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>
            <a:extLst>
              <a:ext uri="{FF2B5EF4-FFF2-40B4-BE49-F238E27FC236}">
                <a16:creationId xmlns:a16="http://schemas.microsoft.com/office/drawing/2014/main" id="{2662F440-9388-1F12-20F5-35F66F7CBB5B}"/>
              </a:ext>
            </a:extLst>
          </p:cNvPr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en-US"/>
              <a:t>Click to edit Master title style</a:t>
            </a:r>
            <a:endParaRPr lang="en-GB"/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16DB9BF1-36AB-6FA3-82CB-F904827F1C16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GB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2202D8DC-07AB-D0D0-FB8E-7543684D96FB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1CD8378-E755-43B4-A1F0-22212A4E7198}" type="datetimeFigureOut">
              <a:rPr lang="en-GB" smtClean="0"/>
              <a:t>03/09/2026</a:t>
            </a:fld>
            <a:endParaRPr lang="en-GB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BB75DDE6-17F3-1367-7088-37C4405EBC5D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GB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6147B569-9F37-325F-FF6B-B869A0042C0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87FE1B2-E367-4FA9-A2C2-360BB182FE5D}" type="slidenum">
              <a:rPr lang="en-GB" smtClean="0"/>
              <a:t>‹#›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3478588071"/>
      </p:ext>
    </p:extLst>
  </p:cSld>
  <p:clrMapOvr>
    <a:masterClrMapping/>
  </p:clrMapOvr>
</p:sldLayout>
</file>

<file path=ppt/slideLayouts/slideLayout12.xml><?xml version="1.0" encoding="utf-8"?>
<p:sldLayout xmlns:a="http://schemas.openxmlformats.org/drawingml/2006/main" xmlns:r="http://schemas.openxmlformats.org/officeDocument/2006/relationships" xmlns:p="http://schemas.openxmlformats.org/presentationml/2006/main" userDrawn="1">
  <p:cSld name="1_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Rectangle 6">
            <a:extLst>
              <a:ext uri="{FF2B5EF4-FFF2-40B4-BE49-F238E27FC236}">
                <a16:creationId xmlns:a16="http://schemas.microsoft.com/office/drawing/2014/main" id="{CA199518-71C1-2ECE-A9FD-1CC3BC220085}"/>
              </a:ext>
            </a:extLst>
          </p:cNvPr>
          <p:cNvSpPr/>
          <p:nvPr userDrawn="1"/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rgbClr val="022A39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>
              <a:solidFill>
                <a:schemeClr val="bg1"/>
              </a:solidFill>
            </a:endParaRPr>
          </a:p>
        </p:txBody>
      </p:sp>
      <p:pic>
        <p:nvPicPr>
          <p:cNvPr id="5" name="Picture 4">
            <a:extLst>
              <a:ext uri="{FF2B5EF4-FFF2-40B4-BE49-F238E27FC236}">
                <a16:creationId xmlns:a16="http://schemas.microsoft.com/office/drawing/2014/main" id="{CFFF502C-4F0D-DD27-FA9A-5CEFE8C05033}"/>
              </a:ext>
            </a:extLst>
          </p:cNvPr>
          <p:cNvPicPr>
            <a:picLocks noChangeAspect="1"/>
          </p:cNvPicPr>
          <p:nvPr userDrawn="1"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89093" t="35904" b="32899"/>
          <a:stretch/>
        </p:blipFill>
        <p:spPr>
          <a:xfrm>
            <a:off x="0" y="-1"/>
            <a:ext cx="2400669" cy="6858001"/>
          </a:xfrm>
          <a:prstGeom prst="rect">
            <a:avLst/>
          </a:prstGeom>
        </p:spPr>
      </p:pic>
      <p:pic>
        <p:nvPicPr>
          <p:cNvPr id="4" name="Graphic 3">
            <a:extLst>
              <a:ext uri="{FF2B5EF4-FFF2-40B4-BE49-F238E27FC236}">
                <a16:creationId xmlns:a16="http://schemas.microsoft.com/office/drawing/2014/main" id="{FC1F6898-61B7-4063-8C16-F75160512AE0}"/>
              </a:ext>
            </a:extLst>
          </p:cNvPr>
          <p:cNvPicPr>
            <a:picLocks noChangeAspect="1"/>
          </p:cNvPicPr>
          <p:nvPr userDrawn="1"/>
        </p:nvPicPr>
        <p:blipFill>
          <a:blip>
            <a:extLst>
              <a:ext uri="{96DAC541-7B7A-43D3-8B79-37D633B846F1}">
                <asvg:svgBlip xmlns:asvg="http://schemas.microsoft.com/office/drawing/2016/SVG/main" r:embed="rId3"/>
              </a:ext>
            </a:extLst>
          </a:blip>
          <a:srcRect b="19773"/>
          <a:stretch/>
        </p:blipFill>
        <p:spPr>
          <a:xfrm>
            <a:off x="0" y="5775911"/>
            <a:ext cx="12192000" cy="1082089"/>
          </a:xfrm>
          <a:prstGeom prst="rect">
            <a:avLst/>
          </a:prstGeom>
        </p:spPr>
      </p:pic>
      <p:sp>
        <p:nvSpPr>
          <p:cNvPr id="2" name="Title 1">
            <a:extLst>
              <a:ext uri="{FF2B5EF4-FFF2-40B4-BE49-F238E27FC236}">
                <a16:creationId xmlns:a16="http://schemas.microsoft.com/office/drawing/2014/main" id="{70106D71-CC10-9B09-B4BB-9604B8E6368C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2603500" y="1445996"/>
            <a:ext cx="5553722" cy="1983004"/>
          </a:xfrm>
        </p:spPr>
        <p:txBody>
          <a:bodyPr anchor="t">
            <a:noAutofit/>
          </a:bodyPr>
          <a:lstStyle>
            <a:lvl1pPr algn="l">
              <a:defRPr sz="5400">
                <a:solidFill>
                  <a:schemeClr val="bg1"/>
                </a:solidFill>
                <a:latin typeface="Co Headline Regular" panose="020B0603060202020204" pitchFamily="34" charset="0"/>
                <a:cs typeface="Co Headline Regular" panose="020B0603060202020204" pitchFamily="34" charset="0"/>
              </a:defRPr>
            </a:lvl1pPr>
          </a:lstStyle>
          <a:p>
            <a:r>
              <a:rPr lang="en-US"/>
              <a:t>Click to edit Master title style</a:t>
            </a:r>
          </a:p>
        </p:txBody>
      </p:sp>
      <p:pic>
        <p:nvPicPr>
          <p:cNvPr id="9" name="Picture 8" descr="A blue letters on a black background&#10;&#10;Description automatically generated">
            <a:extLst>
              <a:ext uri="{FF2B5EF4-FFF2-40B4-BE49-F238E27FC236}">
                <a16:creationId xmlns:a16="http://schemas.microsoft.com/office/drawing/2014/main" id="{14F30429-ED23-BFF0-FD2A-5ED74B2ABFF8}"/>
              </a:ext>
            </a:extLst>
          </p:cNvPr>
          <p:cNvPicPr>
            <a:picLocks noChangeAspect="1"/>
          </p:cNvPicPr>
          <p:nvPr userDrawn="1"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0175755" y="6233110"/>
            <a:ext cx="1707867" cy="275553"/>
          </a:xfrm>
          <a:prstGeom prst="rect">
            <a:avLst/>
          </a:prstGeom>
        </p:spPr>
      </p:pic>
      <p:sp>
        <p:nvSpPr>
          <p:cNvPr id="3" name="Slide Number Placeholder 5">
            <a:extLst>
              <a:ext uri="{FF2B5EF4-FFF2-40B4-BE49-F238E27FC236}">
                <a16:creationId xmlns:a16="http://schemas.microsoft.com/office/drawing/2014/main" id="{5112090B-1CF7-A81F-5727-D7EB40CA944F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606000" y="6500428"/>
            <a:ext cx="2743200" cy="221047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fld id="{58BC0593-275A-425B-B6C5-E440B0F7C1A8}" type="slidenum">
              <a:rPr lang="en-US" smtClean="0"/>
              <a:pPr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76105935"/>
      </p:ext>
    </p:extLst>
  </p:cSld>
  <p:clrMapOvr>
    <a:masterClrMapping/>
  </p:clrMapOvr>
</p:sldLayout>
</file>

<file path=ppt/slideLayouts/slideLayout13.xml><?xml version="1.0" encoding="utf-8"?>
<p:sldLayout xmlns:a="http://schemas.openxmlformats.org/drawingml/2006/main" xmlns:r="http://schemas.openxmlformats.org/officeDocument/2006/relationships" xmlns:p="http://schemas.openxmlformats.org/presentationml/2006/main" userDrawn="1">
  <p:cSld name="14_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5" name="Picture 4">
            <a:extLst>
              <a:ext uri="{FF2B5EF4-FFF2-40B4-BE49-F238E27FC236}">
                <a16:creationId xmlns:a16="http://schemas.microsoft.com/office/drawing/2014/main" id="{31430B91-FEF7-0656-E08B-CFA7F06D00A5}"/>
              </a:ext>
            </a:extLst>
          </p:cNvPr>
          <p:cNvPicPr>
            <a:picLocks noChangeAspect="1"/>
          </p:cNvPicPr>
          <p:nvPr userDrawn="1"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87690" t="36588" r="582" b="30015"/>
          <a:stretch/>
        </p:blipFill>
        <p:spPr>
          <a:xfrm>
            <a:off x="0" y="-1"/>
            <a:ext cx="2400669" cy="6858001"/>
          </a:xfrm>
          <a:prstGeom prst="rect">
            <a:avLst/>
          </a:prstGeom>
        </p:spPr>
      </p:pic>
      <p:sp>
        <p:nvSpPr>
          <p:cNvPr id="2" name="Title 1">
            <a:extLst>
              <a:ext uri="{FF2B5EF4-FFF2-40B4-BE49-F238E27FC236}">
                <a16:creationId xmlns:a16="http://schemas.microsoft.com/office/drawing/2014/main" id="{76D8E9E4-E375-E4A5-56B7-30B51B69D376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06000" y="357572"/>
            <a:ext cx="10980000" cy="646929"/>
          </a:xfrm>
        </p:spPr>
        <p:txBody>
          <a:bodyPr anchor="t"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54A757B7-CB23-700B-0C85-577019AD2784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>
            <a:lvl1pPr>
              <a:lnSpc>
                <a:spcPct val="100000"/>
              </a:lnSpc>
              <a:defRPr/>
            </a:lvl1pPr>
            <a:lvl2pPr>
              <a:lnSpc>
                <a:spcPct val="100000"/>
              </a:lnSpc>
              <a:defRPr/>
            </a:lvl2pPr>
            <a:lvl3pPr>
              <a:lnSpc>
                <a:spcPct val="100000"/>
              </a:lnSpc>
              <a:defRPr/>
            </a:lvl3pPr>
            <a:lvl4pPr>
              <a:lnSpc>
                <a:spcPct val="100000"/>
              </a:lnSpc>
              <a:defRPr/>
            </a:lvl4pPr>
            <a:lvl5pPr>
              <a:lnSpc>
                <a:spcPct val="100000"/>
              </a:lnSpc>
              <a:defRPr/>
            </a:lvl5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272524CE-9294-F2E9-C7D3-9AC9A8AEF574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8BC0593-275A-425B-B6C5-E440B0F7C1A8}" type="slidenum">
              <a:rPr lang="en-US" smtClean="0"/>
              <a:t>‹#›</a:t>
            </a:fld>
            <a:endParaRPr lang="en-US"/>
          </a:p>
        </p:txBody>
      </p:sp>
      <p:pic>
        <p:nvPicPr>
          <p:cNvPr id="4" name="Graphic 3">
            <a:extLst>
              <a:ext uri="{FF2B5EF4-FFF2-40B4-BE49-F238E27FC236}">
                <a16:creationId xmlns:a16="http://schemas.microsoft.com/office/drawing/2014/main" id="{C69C6251-5DCE-1483-BFA5-45BACAD3F435}"/>
              </a:ext>
            </a:extLst>
          </p:cNvPr>
          <p:cNvPicPr>
            <a:picLocks noChangeAspect="1"/>
          </p:cNvPicPr>
          <p:nvPr userDrawn="1"/>
        </p:nvPicPr>
        <p:blipFill>
          <a:blip>
            <a:extLst>
              <a:ext uri="{96DAC541-7B7A-43D3-8B79-37D633B846F1}">
                <asvg:svgBlip xmlns:asvg="http://schemas.microsoft.com/office/drawing/2016/SVG/main" r:embed="rId3"/>
              </a:ext>
            </a:extLst>
          </a:blip>
          <a:srcRect b="19773"/>
          <a:stretch/>
        </p:blipFill>
        <p:spPr>
          <a:xfrm>
            <a:off x="0" y="5775911"/>
            <a:ext cx="12192000" cy="1082089"/>
          </a:xfrm>
          <a:prstGeom prst="rect">
            <a:avLst/>
          </a:prstGeom>
        </p:spPr>
      </p:pic>
      <p:pic>
        <p:nvPicPr>
          <p:cNvPr id="9" name="Graphic 8">
            <a:extLst>
              <a:ext uri="{FF2B5EF4-FFF2-40B4-BE49-F238E27FC236}">
                <a16:creationId xmlns:a16="http://schemas.microsoft.com/office/drawing/2014/main" id="{27F736A2-6EAE-59D3-5026-EC0798882E44}"/>
              </a:ext>
            </a:extLst>
          </p:cNvPr>
          <p:cNvPicPr>
            <a:picLocks noChangeAspect="1"/>
          </p:cNvPicPr>
          <p:nvPr userDrawn="1"/>
        </p:nvPicPr>
        <p:blipFill>
          <a:blip>
            <a:extLst>
              <a:ext uri="{96DAC541-7B7A-43D3-8B79-37D633B846F1}">
                <asvg:svgBlip xmlns:asvg="http://schemas.microsoft.com/office/drawing/2016/SVG/main" r:embed="rId4"/>
              </a:ext>
            </a:extLst>
          </a:blip>
          <a:stretch>
            <a:fillRect/>
          </a:stretch>
        </p:blipFill>
        <p:spPr>
          <a:xfrm>
            <a:off x="10177222" y="6254871"/>
            <a:ext cx="1706400" cy="253792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22475825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13" Type="http://schemas.openxmlformats.org/officeDocument/2006/relationships/slideLayout" Target="../slideLayouts/slideLayout13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slideLayout" Target="../slideLayouts/slideLayout12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Relationship Id="rId14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>
            <a:extLst>
              <a:ext uri="{FF2B5EF4-FFF2-40B4-BE49-F238E27FC236}">
                <a16:creationId xmlns:a16="http://schemas.microsoft.com/office/drawing/2014/main" id="{14576C53-7C40-2D38-1C78-A3EC5356D1DD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  <a:endParaRPr lang="en-GB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05BA0A3A-32B5-9D22-CD81-FE355D236443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GB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71B14952-375F-F4E9-D50C-7ABB666E4637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fld id="{D1CD8378-E755-43B4-A1F0-22212A4E7198}" type="datetimeFigureOut">
              <a:rPr lang="en-GB" smtClean="0"/>
              <a:t>03/09/2026</a:t>
            </a:fld>
            <a:endParaRPr lang="en-GB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59573BCC-B987-9A45-BDA4-0CA3E39154B6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endParaRPr lang="en-GB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4B5D892A-3B9E-1D64-7945-E7EE2195D0E1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fld id="{787FE1B2-E367-4FA9-A2C2-360BB182FE5D}" type="slidenum">
              <a:rPr lang="en-GB" smtClean="0"/>
              <a:t>‹#›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2107880163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  <p:sldLayoutId id="2147483660" r:id="rId12"/>
    <p:sldLayoutId id="2147483662" r:id="rId13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12.xml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13.xml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13.xml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13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Title 1">
            <a:extLst>
              <a:ext uri="{FF2B5EF4-FFF2-40B4-BE49-F238E27FC236}">
                <a16:creationId xmlns:a16="http://schemas.microsoft.com/office/drawing/2014/main" id="{E3B6C36D-4330-F14B-D96C-6ADF6C10C0C9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556883" y="1493043"/>
            <a:ext cx="9968655" cy="1953846"/>
          </a:xfrm>
        </p:spPr>
        <p:txBody>
          <a:bodyPr/>
          <a:lstStyle/>
          <a:p>
            <a:r>
              <a:rPr lang="en-US" dirty="0"/>
              <a:t>Enterprise Solutions</a:t>
            </a:r>
            <a:br>
              <a:rPr lang="en-US" dirty="0"/>
            </a:br>
            <a:r>
              <a:rPr lang="en-US" sz="2800" dirty="0"/>
              <a:t>EUDAMED Application Demonstration</a:t>
            </a:r>
            <a:br>
              <a:rPr lang="en-US" sz="2800" dirty="0"/>
            </a:br>
            <a:r>
              <a:rPr lang="en-US" sz="2800" dirty="0"/>
              <a:t>Project: </a:t>
            </a:r>
            <a:r>
              <a:rPr lang="en-US" sz="2800" b="1" dirty="0">
                <a:solidFill>
                  <a:srgbClr val="FF0000"/>
                </a:solidFill>
              </a:rPr>
              <a:t>EUDAMED</a:t>
            </a:r>
          </a:p>
        </p:txBody>
      </p:sp>
      <p:sp>
        <p:nvSpPr>
          <p:cNvPr id="11" name="Subtitle 2">
            <a:extLst>
              <a:ext uri="{FF2B5EF4-FFF2-40B4-BE49-F238E27FC236}">
                <a16:creationId xmlns:a16="http://schemas.microsoft.com/office/drawing/2014/main" id="{75FC3795-C5D7-23F8-2544-CE6C0CE58164}"/>
              </a:ext>
            </a:extLst>
          </p:cNvPr>
          <p:cNvSpPr txBox="1">
            <a:spLocks/>
          </p:cNvSpPr>
          <p:nvPr/>
        </p:nvSpPr>
        <p:spPr>
          <a:xfrm>
            <a:off x="556884" y="3357034"/>
            <a:ext cx="8129916" cy="660695"/>
          </a:xfrm>
          <a:prstGeom prst="rect">
            <a:avLst/>
          </a:prstGeom>
        </p:spPr>
        <p:txBody>
          <a:bodyPr>
            <a:normAutofit fontScale="70000" lnSpcReduction="20000"/>
          </a:bodyPr>
          <a:lstStyle>
            <a:lvl1pPr marL="228600" indent="-228600" algn="l" defTabSz="914400" rtl="0" eaLnBrk="1" latinLnBrk="0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Char char="•"/>
              <a:defRPr sz="2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685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r>
              <a:rPr lang="en-US" dirty="0">
                <a:solidFill>
                  <a:schemeClr val="bg1"/>
                </a:solidFill>
              </a:rPr>
              <a:t>Author: Frank Bogle, Enterprise Solutions Team</a:t>
            </a:r>
          </a:p>
          <a:p>
            <a:r>
              <a:rPr lang="en-US" dirty="0">
                <a:solidFill>
                  <a:schemeClr val="bg1"/>
                </a:solidFill>
              </a:rPr>
              <a:t>September 2026</a:t>
            </a:r>
          </a:p>
          <a:p>
            <a:endParaRPr lang="en-US" b="1" u="sng" dirty="0">
              <a:solidFill>
                <a:schemeClr val="bg1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2305072808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83A5E70C-0A9A-1FB2-0B25-8AA499C401CA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itle 2">
            <a:extLst>
              <a:ext uri="{FF2B5EF4-FFF2-40B4-BE49-F238E27FC236}">
                <a16:creationId xmlns:a16="http://schemas.microsoft.com/office/drawing/2014/main" id="{03308335-7428-DD63-C07A-1FC20EB7C2D7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457199" y="199417"/>
            <a:ext cx="11370365" cy="420785"/>
          </a:xfrm>
        </p:spPr>
        <p:txBody>
          <a:bodyPr>
            <a:noAutofit/>
          </a:bodyPr>
          <a:lstStyle/>
          <a:p>
            <a:r>
              <a:rPr lang="en-US" sz="2800" dirty="0"/>
              <a:t>EUDAMED Application Purpose &amp; Function</a:t>
            </a:r>
            <a:br>
              <a:rPr lang="en-US" sz="2800" dirty="0"/>
            </a:br>
            <a:endParaRPr lang="en-US" sz="2800" dirty="0"/>
          </a:p>
        </p:txBody>
      </p:sp>
      <p:sp>
        <p:nvSpPr>
          <p:cNvPr id="2" name="TextBox 1">
            <a:extLst>
              <a:ext uri="{FF2B5EF4-FFF2-40B4-BE49-F238E27FC236}">
                <a16:creationId xmlns:a16="http://schemas.microsoft.com/office/drawing/2014/main" id="{899915BF-3A7B-AC3F-F02B-583D406682F0}"/>
              </a:ext>
            </a:extLst>
          </p:cNvPr>
          <p:cNvSpPr txBox="1"/>
          <p:nvPr/>
        </p:nvSpPr>
        <p:spPr>
          <a:xfrm>
            <a:off x="628153" y="745046"/>
            <a:ext cx="10678602" cy="550920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0" marR="0">
              <a:buNone/>
            </a:pPr>
            <a:r>
              <a:rPr lang="en-US" sz="1400" b="1" dirty="0">
                <a:effectLst/>
                <a:ea typeface="Aptos" panose="020B0004020202020204" pitchFamily="34" charset="0"/>
                <a:cs typeface="Aptos" panose="020B0004020202020204" pitchFamily="34" charset="0"/>
              </a:rPr>
              <a:t>Purpose</a:t>
            </a:r>
            <a:br>
              <a:rPr lang="en-US" sz="1400" dirty="0">
                <a:effectLst/>
                <a:ea typeface="Aptos" panose="020B0004020202020204" pitchFamily="34" charset="0"/>
                <a:cs typeface="Aptos" panose="020B0004020202020204" pitchFamily="34" charset="0"/>
              </a:rPr>
            </a:br>
            <a:r>
              <a:rPr lang="en-US" sz="1400" dirty="0">
                <a:effectLst/>
                <a:ea typeface="Aptos" panose="020B0004020202020204" pitchFamily="34" charset="0"/>
                <a:cs typeface="Aptos" panose="020B0004020202020204" pitchFamily="34" charset="0"/>
              </a:rPr>
              <a:t>A controlled workspace for preparing, validating, testing, and tracking EUDAMED device submissions.</a:t>
            </a:r>
          </a:p>
          <a:p>
            <a:pPr marL="0" marR="0">
              <a:buNone/>
            </a:pPr>
            <a:endParaRPr lang="en-US" sz="1400" dirty="0">
              <a:effectLst/>
              <a:ea typeface="Aptos" panose="020B0004020202020204" pitchFamily="34" charset="0"/>
              <a:cs typeface="Aptos" panose="020B0004020202020204" pitchFamily="34" charset="0"/>
            </a:endParaRPr>
          </a:p>
          <a:p>
            <a:pPr marL="0" marR="0">
              <a:buNone/>
            </a:pPr>
            <a:r>
              <a:rPr lang="en-US" sz="1400" b="1" dirty="0">
                <a:effectLst/>
                <a:ea typeface="Aptos" panose="020B0004020202020204" pitchFamily="34" charset="0"/>
                <a:cs typeface="Aptos" panose="020B0004020202020204" pitchFamily="34" charset="0"/>
              </a:rPr>
              <a:t>Maintains a Canonical Model</a:t>
            </a:r>
            <a:br>
              <a:rPr lang="en-US" sz="1400" dirty="0">
                <a:effectLst/>
                <a:ea typeface="Aptos" panose="020B0004020202020204" pitchFamily="34" charset="0"/>
                <a:cs typeface="Aptos" panose="020B0004020202020204" pitchFamily="34" charset="0"/>
              </a:rPr>
            </a:br>
            <a:r>
              <a:rPr lang="en-US" sz="1400" dirty="0">
                <a:effectLst/>
                <a:ea typeface="Aptos" panose="020B0004020202020204" pitchFamily="34" charset="0"/>
                <a:cs typeface="Aptos" panose="020B0004020202020204" pitchFamily="34" charset="0"/>
              </a:rPr>
              <a:t>Device data originates in multiple Excel workbooks with different layouts and business terminology. The application converts this into one consistent regulatory data model before creating EUDAMED XML.</a:t>
            </a:r>
          </a:p>
          <a:p>
            <a:pPr marL="0" marR="0">
              <a:buNone/>
            </a:pPr>
            <a:endParaRPr lang="en-US" sz="1400" dirty="0">
              <a:effectLst/>
              <a:ea typeface="Aptos" panose="020B0004020202020204" pitchFamily="34" charset="0"/>
              <a:cs typeface="Aptos" panose="020B0004020202020204" pitchFamily="34" charset="0"/>
            </a:endParaRPr>
          </a:p>
          <a:p>
            <a:pPr marL="0" marR="0">
              <a:buNone/>
            </a:pPr>
            <a:r>
              <a:rPr lang="en-US" sz="1400" b="1" dirty="0">
                <a:effectLst/>
                <a:ea typeface="Aptos" panose="020B0004020202020204" pitchFamily="34" charset="0"/>
                <a:cs typeface="Aptos" panose="020B0004020202020204" pitchFamily="34" charset="0"/>
              </a:rPr>
              <a:t>Functions supported</a:t>
            </a:r>
            <a:endParaRPr lang="en-US" sz="1400" dirty="0">
              <a:effectLst/>
              <a:ea typeface="Aptos" panose="020B0004020202020204" pitchFamily="34" charset="0"/>
              <a:cs typeface="Aptos" panose="020B0004020202020204" pitchFamily="34" charset="0"/>
            </a:endParaRPr>
          </a:p>
          <a:p>
            <a:pPr marL="342900" marR="0" lvl="0" indent="-342900">
              <a:buSzPts val="1000"/>
              <a:buFont typeface="Symbol" panose="05050102010706020507" pitchFamily="18" charset="2"/>
              <a:buChar char=""/>
              <a:tabLst>
                <a:tab pos="457200" algn="l"/>
              </a:tabLst>
            </a:pPr>
            <a:r>
              <a:rPr lang="en-US" sz="1400" dirty="0">
                <a:effectLst/>
                <a:ea typeface="Times New Roman" panose="02020603050405020304" pitchFamily="18" charset="0"/>
                <a:cs typeface="Aptos" panose="020B0004020202020204" pitchFamily="34" charset="0"/>
              </a:rPr>
              <a:t>Imports device data from multiple Excel workbooks.</a:t>
            </a:r>
            <a:endParaRPr lang="en-US" sz="1400" dirty="0">
              <a:effectLst/>
              <a:ea typeface="Aptos" panose="020B0004020202020204" pitchFamily="34" charset="0"/>
              <a:cs typeface="Aptos" panose="020B0004020202020204" pitchFamily="34" charset="0"/>
            </a:endParaRPr>
          </a:p>
          <a:p>
            <a:pPr marL="342900" marR="0" lvl="0" indent="-342900">
              <a:buSzPts val="1000"/>
              <a:buFont typeface="Symbol" panose="05050102010706020507" pitchFamily="18" charset="2"/>
              <a:buChar char=""/>
              <a:tabLst>
                <a:tab pos="457200" algn="l"/>
              </a:tabLst>
            </a:pPr>
            <a:r>
              <a:rPr lang="en-US" sz="1400" dirty="0">
                <a:effectLst/>
                <a:ea typeface="Times New Roman" panose="02020603050405020304" pitchFamily="18" charset="0"/>
                <a:cs typeface="Aptos" panose="020B0004020202020204" pitchFamily="34" charset="0"/>
              </a:rPr>
              <a:t>Maps source data into a consistent canonical device model.</a:t>
            </a:r>
            <a:endParaRPr lang="en-US" sz="1400" dirty="0">
              <a:effectLst/>
              <a:ea typeface="Aptos" panose="020B0004020202020204" pitchFamily="34" charset="0"/>
              <a:cs typeface="Aptos" panose="020B0004020202020204" pitchFamily="34" charset="0"/>
            </a:endParaRPr>
          </a:p>
          <a:p>
            <a:pPr marL="342900" marR="0" lvl="0" indent="-342900">
              <a:buSzPts val="1000"/>
              <a:buFont typeface="Symbol" panose="05050102010706020507" pitchFamily="18" charset="2"/>
              <a:buChar char=""/>
              <a:tabLst>
                <a:tab pos="457200" algn="l"/>
              </a:tabLst>
            </a:pPr>
            <a:r>
              <a:rPr lang="en-US" sz="1400" dirty="0">
                <a:effectLst/>
                <a:ea typeface="Times New Roman" panose="02020603050405020304" pitchFamily="18" charset="0"/>
                <a:cs typeface="Aptos" panose="020B0004020202020204" pitchFamily="34" charset="0"/>
              </a:rPr>
              <a:t>Checks data completeness before XML is created.</a:t>
            </a:r>
            <a:endParaRPr lang="en-US" sz="1400" dirty="0">
              <a:effectLst/>
              <a:ea typeface="Aptos" panose="020B0004020202020204" pitchFamily="34" charset="0"/>
              <a:cs typeface="Aptos" panose="020B0004020202020204" pitchFamily="34" charset="0"/>
            </a:endParaRPr>
          </a:p>
          <a:p>
            <a:pPr marL="342900" marR="0" lvl="0" indent="-342900">
              <a:buSzPts val="1000"/>
              <a:buFont typeface="Symbol" panose="05050102010706020507" pitchFamily="18" charset="2"/>
              <a:buChar char=""/>
              <a:tabLst>
                <a:tab pos="457200" algn="l"/>
              </a:tabLst>
            </a:pPr>
            <a:r>
              <a:rPr lang="en-US" sz="1400" dirty="0">
                <a:effectLst/>
                <a:ea typeface="Times New Roman" panose="02020603050405020304" pitchFamily="18" charset="0"/>
                <a:cs typeface="Aptos" panose="020B0004020202020204" pitchFamily="34" charset="0"/>
              </a:rPr>
              <a:t>Generates EUDAMED XML and ZIP packages for: </a:t>
            </a:r>
            <a:endParaRPr lang="en-US" sz="1400" dirty="0">
              <a:effectLst/>
              <a:ea typeface="Aptos" panose="020B0004020202020204" pitchFamily="34" charset="0"/>
              <a:cs typeface="Aptos" panose="020B0004020202020204" pitchFamily="34" charset="0"/>
            </a:endParaRPr>
          </a:p>
          <a:p>
            <a:pPr marL="742950" marR="0" lvl="1" indent="-285750">
              <a:buSzPts val="1000"/>
              <a:buFont typeface="Courier New" panose="02070309020205020404" pitchFamily="49" charset="0"/>
              <a:buChar char="o"/>
              <a:tabLst>
                <a:tab pos="914400" algn="l"/>
              </a:tabLst>
            </a:pPr>
            <a:r>
              <a:rPr lang="en-US" sz="1400" dirty="0">
                <a:effectLst/>
                <a:ea typeface="Times New Roman" panose="02020603050405020304" pitchFamily="18" charset="0"/>
                <a:cs typeface="Times New Roman" panose="02020603050405020304" pitchFamily="18" charset="0"/>
              </a:rPr>
              <a:t>Basic UDI-DI registration</a:t>
            </a:r>
            <a:endParaRPr lang="en-US" sz="1400" dirty="0">
              <a:effectLst/>
              <a:ea typeface="Aptos" panose="020B0004020202020204" pitchFamily="34" charset="0"/>
              <a:cs typeface="Times New Roman" panose="02020603050405020304" pitchFamily="18" charset="0"/>
            </a:endParaRPr>
          </a:p>
          <a:p>
            <a:pPr marL="742950" marR="0" lvl="1" indent="-285750">
              <a:buSzPts val="1000"/>
              <a:buFont typeface="Courier New" panose="02070309020205020404" pitchFamily="49" charset="0"/>
              <a:buChar char="o"/>
              <a:tabLst>
                <a:tab pos="914400" algn="l"/>
              </a:tabLst>
            </a:pPr>
            <a:r>
              <a:rPr lang="en-US" sz="1400" dirty="0">
                <a:effectLst/>
                <a:ea typeface="Times New Roman" panose="02020603050405020304" pitchFamily="18" charset="0"/>
                <a:cs typeface="Times New Roman" panose="02020603050405020304" pitchFamily="18" charset="0"/>
              </a:rPr>
              <a:t>Device UDI-DI registration</a:t>
            </a:r>
            <a:endParaRPr lang="en-US" sz="1400" dirty="0">
              <a:effectLst/>
              <a:ea typeface="Aptos" panose="020B0004020202020204" pitchFamily="34" charset="0"/>
              <a:cs typeface="Times New Roman" panose="02020603050405020304" pitchFamily="18" charset="0"/>
            </a:endParaRPr>
          </a:p>
          <a:p>
            <a:pPr marL="742950" marR="0" lvl="1" indent="-285750">
              <a:buSzPts val="1000"/>
              <a:buFont typeface="Courier New" panose="02070309020205020404" pitchFamily="49" charset="0"/>
              <a:buChar char="o"/>
              <a:tabLst>
                <a:tab pos="914400" algn="l"/>
              </a:tabLst>
            </a:pPr>
            <a:r>
              <a:rPr lang="en-US" sz="1400" dirty="0">
                <a:effectLst/>
                <a:ea typeface="Times New Roman" panose="02020603050405020304" pitchFamily="18" charset="0"/>
                <a:cs typeface="Times New Roman" panose="02020603050405020304" pitchFamily="18" charset="0"/>
              </a:rPr>
              <a:t>Device updates</a:t>
            </a:r>
            <a:endParaRPr lang="en-US" sz="1400" dirty="0">
              <a:effectLst/>
              <a:ea typeface="Aptos" panose="020B0004020202020204" pitchFamily="34" charset="0"/>
              <a:cs typeface="Times New Roman" panose="02020603050405020304" pitchFamily="18" charset="0"/>
            </a:endParaRPr>
          </a:p>
          <a:p>
            <a:pPr marL="742950" marR="0" lvl="1" indent="-285750">
              <a:buSzPts val="1000"/>
              <a:buFont typeface="Courier New" panose="02070309020205020404" pitchFamily="49" charset="0"/>
              <a:buChar char="o"/>
              <a:tabLst>
                <a:tab pos="914400" algn="l"/>
              </a:tabLst>
            </a:pPr>
            <a:r>
              <a:rPr lang="en-US" sz="1400" dirty="0">
                <a:effectLst/>
                <a:ea typeface="Times New Roman" panose="02020603050405020304" pitchFamily="18" charset="0"/>
                <a:cs typeface="Times New Roman" panose="02020603050405020304" pitchFamily="18" charset="0"/>
              </a:rPr>
              <a:t>Market Information updates</a:t>
            </a:r>
            <a:endParaRPr lang="en-US" sz="1400" dirty="0">
              <a:effectLst/>
              <a:ea typeface="Aptos" panose="020B0004020202020204" pitchFamily="34" charset="0"/>
              <a:cs typeface="Times New Roman" panose="02020603050405020304" pitchFamily="18" charset="0"/>
            </a:endParaRPr>
          </a:p>
          <a:p>
            <a:pPr marL="742950" marR="0" lvl="1" indent="-285750">
              <a:buSzPts val="1000"/>
              <a:buFont typeface="Courier New" panose="02070309020205020404" pitchFamily="49" charset="0"/>
              <a:buChar char="o"/>
              <a:tabLst>
                <a:tab pos="914400" algn="l"/>
              </a:tabLst>
            </a:pPr>
            <a:r>
              <a:rPr lang="en-US" sz="1400" dirty="0">
                <a:effectLst/>
                <a:ea typeface="Times New Roman" panose="02020603050405020304" pitchFamily="18" charset="0"/>
                <a:cs typeface="Times New Roman" panose="02020603050405020304" pitchFamily="18" charset="0"/>
              </a:rPr>
              <a:t>Single-device and bulk operations</a:t>
            </a:r>
            <a:endParaRPr lang="en-US" sz="1400" dirty="0">
              <a:effectLst/>
              <a:ea typeface="Aptos" panose="020B0004020202020204" pitchFamily="34" charset="0"/>
              <a:cs typeface="Times New Roman" panose="02020603050405020304" pitchFamily="18" charset="0"/>
            </a:endParaRPr>
          </a:p>
          <a:p>
            <a:pPr marL="342900" marR="0" lvl="0" indent="-342900">
              <a:buSzPts val="1000"/>
              <a:buFont typeface="Symbol" panose="05050102010706020507" pitchFamily="18" charset="2"/>
              <a:buChar char=""/>
              <a:tabLst>
                <a:tab pos="457200" algn="l"/>
              </a:tabLst>
            </a:pPr>
            <a:r>
              <a:rPr lang="en-US" sz="1400" dirty="0">
                <a:effectLst/>
                <a:ea typeface="Times New Roman" panose="02020603050405020304" pitchFamily="18" charset="0"/>
                <a:cs typeface="Aptos" panose="020B0004020202020204" pitchFamily="34" charset="0"/>
              </a:rPr>
              <a:t>Validates XML structure before Playground upload.</a:t>
            </a:r>
            <a:endParaRPr lang="en-US" sz="1400" dirty="0">
              <a:effectLst/>
              <a:ea typeface="Aptos" panose="020B0004020202020204" pitchFamily="34" charset="0"/>
              <a:cs typeface="Aptos" panose="020B0004020202020204" pitchFamily="34" charset="0"/>
            </a:endParaRPr>
          </a:p>
          <a:p>
            <a:pPr marL="342900" marR="0" lvl="0" indent="-342900">
              <a:buSzPts val="1000"/>
              <a:buFont typeface="Symbol" panose="05050102010706020507" pitchFamily="18" charset="2"/>
              <a:buChar char=""/>
              <a:tabLst>
                <a:tab pos="457200" algn="l"/>
              </a:tabLst>
            </a:pPr>
            <a:r>
              <a:rPr lang="en-US" sz="1400" dirty="0">
                <a:effectLst/>
                <a:ea typeface="Times New Roman" panose="02020603050405020304" pitchFamily="18" charset="0"/>
                <a:cs typeface="Aptos" panose="020B0004020202020204" pitchFamily="34" charset="0"/>
              </a:rPr>
              <a:t>Imports EUDAMED Success and Error XML responses.</a:t>
            </a:r>
            <a:endParaRPr lang="en-US" sz="1400" dirty="0">
              <a:effectLst/>
              <a:ea typeface="Aptos" panose="020B0004020202020204" pitchFamily="34" charset="0"/>
              <a:cs typeface="Aptos" panose="020B0004020202020204" pitchFamily="34" charset="0"/>
            </a:endParaRPr>
          </a:p>
          <a:p>
            <a:pPr marL="342900" marR="0" lvl="0" indent="-342900">
              <a:buSzPts val="1000"/>
              <a:buFont typeface="Symbol" panose="05050102010706020507" pitchFamily="18" charset="2"/>
              <a:buChar char=""/>
              <a:tabLst>
                <a:tab pos="457200" algn="l"/>
              </a:tabLst>
            </a:pPr>
            <a:r>
              <a:rPr lang="en-US" sz="1400" dirty="0">
                <a:effectLst/>
                <a:ea typeface="Times New Roman" panose="02020603050405020304" pitchFamily="18" charset="0"/>
                <a:cs typeface="Aptos" panose="020B0004020202020204" pitchFamily="34" charset="0"/>
              </a:rPr>
              <a:t>Tracks tested submissions, accepted versions, and current device status.</a:t>
            </a:r>
          </a:p>
          <a:p>
            <a:pPr marL="342900" marR="0" lvl="0" indent="-342900">
              <a:buSzPts val="1000"/>
              <a:buFont typeface="Symbol" panose="05050102010706020507" pitchFamily="18" charset="2"/>
              <a:buChar char=""/>
              <a:tabLst>
                <a:tab pos="457200" algn="l"/>
              </a:tabLst>
            </a:pPr>
            <a:endParaRPr lang="en-US" sz="1400" dirty="0">
              <a:effectLst/>
              <a:ea typeface="Aptos" panose="020B0004020202020204" pitchFamily="34" charset="0"/>
              <a:cs typeface="Aptos" panose="020B0004020202020204" pitchFamily="34" charset="0"/>
            </a:endParaRPr>
          </a:p>
          <a:p>
            <a:pPr marL="0" marR="0">
              <a:buNone/>
            </a:pPr>
            <a:r>
              <a:rPr lang="en-US" sz="1400" b="1" dirty="0">
                <a:effectLst/>
                <a:ea typeface="Aptos" panose="020B0004020202020204" pitchFamily="34" charset="0"/>
                <a:cs typeface="Aptos" panose="020B0004020202020204" pitchFamily="34" charset="0"/>
              </a:rPr>
              <a:t>Regulatory View</a:t>
            </a:r>
            <a:br>
              <a:rPr lang="en-US" sz="1400" dirty="0">
                <a:effectLst/>
                <a:ea typeface="Aptos" panose="020B0004020202020204" pitchFamily="34" charset="0"/>
                <a:cs typeface="Aptos" panose="020B0004020202020204" pitchFamily="34" charset="0"/>
              </a:rPr>
            </a:br>
            <a:r>
              <a:rPr lang="en-US" sz="1400" dirty="0">
                <a:effectLst/>
                <a:ea typeface="Aptos" panose="020B0004020202020204" pitchFamily="34" charset="0"/>
                <a:cs typeface="Aptos" panose="020B0004020202020204" pitchFamily="34" charset="0"/>
              </a:rPr>
              <a:t>The canonical model provides one consistent regulatory view of device data, separating variable workbook structures from controlled EUDAMED submissions.</a:t>
            </a:r>
          </a:p>
          <a:p>
            <a:pPr marL="342900" lvl="0" indent="-342900">
              <a:buFont typeface="Arial" panose="020B0604020202020204" pitchFamily="34" charset="0"/>
              <a:buChar char="•"/>
            </a:pPr>
            <a:endParaRPr lang="en-US" sz="1600" dirty="0"/>
          </a:p>
        </p:txBody>
      </p:sp>
    </p:spTree>
    <p:extLst>
      <p:ext uri="{BB962C8B-B14F-4D97-AF65-F5344CB8AC3E}">
        <p14:creationId xmlns:p14="http://schemas.microsoft.com/office/powerpoint/2010/main" val="1148375411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51C2D0D8-023C-F10A-19A9-D9A1D2685DF1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itle 2">
            <a:extLst>
              <a:ext uri="{FF2B5EF4-FFF2-40B4-BE49-F238E27FC236}">
                <a16:creationId xmlns:a16="http://schemas.microsoft.com/office/drawing/2014/main" id="{B0F904AA-09E4-BD8A-82A8-C825041F8D8D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457199" y="199417"/>
            <a:ext cx="11370365" cy="420785"/>
          </a:xfrm>
        </p:spPr>
        <p:txBody>
          <a:bodyPr>
            <a:noAutofit/>
          </a:bodyPr>
          <a:lstStyle/>
          <a:p>
            <a:r>
              <a:rPr lang="en-US" sz="2800" dirty="0"/>
              <a:t>EUDAMED Data Maintenance</a:t>
            </a:r>
            <a:br>
              <a:rPr lang="en-US" sz="2800" dirty="0"/>
            </a:br>
            <a:endParaRPr lang="en-US" sz="2800" dirty="0"/>
          </a:p>
        </p:txBody>
      </p:sp>
      <p:sp>
        <p:nvSpPr>
          <p:cNvPr id="2" name="TextBox 1">
            <a:extLst>
              <a:ext uri="{FF2B5EF4-FFF2-40B4-BE49-F238E27FC236}">
                <a16:creationId xmlns:a16="http://schemas.microsoft.com/office/drawing/2014/main" id="{CDFCBAE4-93F2-5F77-50C0-DB56E63342D4}"/>
              </a:ext>
            </a:extLst>
          </p:cNvPr>
          <p:cNvSpPr txBox="1"/>
          <p:nvPr/>
        </p:nvSpPr>
        <p:spPr>
          <a:xfrm>
            <a:off x="628153" y="745046"/>
            <a:ext cx="10678602" cy="529375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0" marR="0">
              <a:buNone/>
            </a:pPr>
            <a:r>
              <a:rPr lang="en-US" sz="1400" b="1" dirty="0">
                <a:effectLst/>
                <a:latin typeface="Aptos" panose="020B0004020202020204" pitchFamily="34" charset="0"/>
                <a:ea typeface="Aptos" panose="020B0004020202020204" pitchFamily="34" charset="0"/>
                <a:cs typeface="Aptos" panose="020B0004020202020204" pitchFamily="34" charset="0"/>
              </a:rPr>
              <a:t>EUDAMED uses version-controlled updates</a:t>
            </a:r>
            <a:endParaRPr lang="en-US" sz="1400" dirty="0">
              <a:effectLst/>
              <a:latin typeface="Aptos" panose="020B0004020202020204" pitchFamily="34" charset="0"/>
              <a:ea typeface="Aptos" panose="020B0004020202020204" pitchFamily="34" charset="0"/>
              <a:cs typeface="Aptos" panose="020B0004020202020204" pitchFamily="34" charset="0"/>
            </a:endParaRPr>
          </a:p>
          <a:p>
            <a:pPr marL="342900" marR="0" lvl="0" indent="-342900">
              <a:buSzPts val="1000"/>
              <a:buFont typeface="Symbol" panose="05050102010706020507" pitchFamily="18" charset="2"/>
              <a:buChar char=""/>
              <a:tabLst>
                <a:tab pos="457200" algn="l"/>
              </a:tabLst>
            </a:pPr>
            <a:r>
              <a:rPr lang="en-US" sz="1400" dirty="0">
                <a:effectLst/>
                <a:latin typeface="Aptos" panose="020B0004020202020204" pitchFamily="34" charset="0"/>
                <a:ea typeface="Times New Roman" panose="02020603050405020304" pitchFamily="18" charset="0"/>
                <a:cs typeface="Aptos" panose="020B0004020202020204" pitchFamily="34" charset="0"/>
              </a:rPr>
              <a:t>Device UDI-DI </a:t>
            </a:r>
            <a:r>
              <a:rPr lang="en-US" sz="1400" dirty="0">
                <a:effectLst/>
                <a:latin typeface="Courier New" panose="02070309020205020404" pitchFamily="49" charset="0"/>
                <a:ea typeface="Aptos" panose="020B0004020202020204" pitchFamily="34" charset="0"/>
                <a:cs typeface="Aptos" panose="020B0004020202020204" pitchFamily="34" charset="0"/>
              </a:rPr>
              <a:t>POST</a:t>
            </a:r>
            <a:r>
              <a:rPr lang="en-US" sz="1400" dirty="0">
                <a:effectLst/>
                <a:latin typeface="Aptos" panose="020B0004020202020204" pitchFamily="34" charset="0"/>
                <a:ea typeface="Times New Roman" panose="02020603050405020304" pitchFamily="18" charset="0"/>
                <a:cs typeface="Aptos" panose="020B0004020202020204" pitchFamily="34" charset="0"/>
              </a:rPr>
              <a:t> establishes the initial registered device state, normally version </a:t>
            </a:r>
            <a:r>
              <a:rPr lang="en-US" sz="1400" dirty="0">
                <a:latin typeface="Courier New" panose="02070309020205020404" pitchFamily="49" charset="0"/>
              </a:rPr>
              <a:t>1</a:t>
            </a:r>
            <a:r>
              <a:rPr lang="en-US" sz="1400" dirty="0">
                <a:effectLst/>
                <a:latin typeface="Aptos" panose="020B0004020202020204" pitchFamily="34" charset="0"/>
                <a:ea typeface="Times New Roman" panose="02020603050405020304" pitchFamily="18" charset="0"/>
                <a:cs typeface="Aptos" panose="020B0004020202020204" pitchFamily="34" charset="0"/>
              </a:rPr>
              <a:t>.</a:t>
            </a:r>
            <a:endParaRPr lang="en-US" sz="1400" dirty="0">
              <a:effectLst/>
              <a:latin typeface="Aptos" panose="020B0004020202020204" pitchFamily="34" charset="0"/>
              <a:ea typeface="Aptos" panose="020B0004020202020204" pitchFamily="34" charset="0"/>
              <a:cs typeface="Aptos" panose="020B0004020202020204" pitchFamily="34" charset="0"/>
            </a:endParaRPr>
          </a:p>
          <a:p>
            <a:pPr marL="342900" marR="0" lvl="0" indent="-342900">
              <a:buSzPts val="1000"/>
              <a:buFont typeface="Symbol" panose="05050102010706020507" pitchFamily="18" charset="2"/>
              <a:buChar char=""/>
              <a:tabLst>
                <a:tab pos="457200" algn="l"/>
              </a:tabLst>
            </a:pPr>
            <a:r>
              <a:rPr lang="en-US" sz="1400" dirty="0">
                <a:effectLst/>
                <a:latin typeface="Aptos" panose="020B0004020202020204" pitchFamily="34" charset="0"/>
                <a:ea typeface="Times New Roman" panose="02020603050405020304" pitchFamily="18" charset="0"/>
                <a:cs typeface="Aptos" panose="020B0004020202020204" pitchFamily="34" charset="0"/>
              </a:rPr>
              <a:t>Each Device UDI-DI </a:t>
            </a:r>
            <a:r>
              <a:rPr lang="en-US" sz="1400" dirty="0">
                <a:effectLst/>
                <a:latin typeface="Courier New" panose="02070309020205020404" pitchFamily="49" charset="0"/>
                <a:ea typeface="Aptos" panose="020B0004020202020204" pitchFamily="34" charset="0"/>
                <a:cs typeface="Aptos" panose="020B0004020202020204" pitchFamily="34" charset="0"/>
              </a:rPr>
              <a:t>PATCH</a:t>
            </a:r>
            <a:r>
              <a:rPr lang="en-US" sz="1400" dirty="0">
                <a:effectLst/>
                <a:latin typeface="Aptos" panose="020B0004020202020204" pitchFamily="34" charset="0"/>
                <a:ea typeface="Times New Roman" panose="02020603050405020304" pitchFamily="18" charset="0"/>
                <a:cs typeface="Aptos" panose="020B0004020202020204" pitchFamily="34" charset="0"/>
              </a:rPr>
              <a:t> requires the next accepted device version e.g., </a:t>
            </a:r>
            <a:r>
              <a:rPr lang="en-US" sz="1400" dirty="0">
                <a:latin typeface="Courier New" panose="02070309020205020404" pitchFamily="49" charset="0"/>
              </a:rPr>
              <a:t>2, 3, 4</a:t>
            </a:r>
            <a:r>
              <a:rPr lang="en-US" sz="1400" dirty="0">
                <a:effectLst/>
                <a:latin typeface="Aptos" panose="020B0004020202020204" pitchFamily="34" charset="0"/>
                <a:ea typeface="Times New Roman" panose="02020603050405020304" pitchFamily="18" charset="0"/>
                <a:cs typeface="Aptos" panose="020B0004020202020204" pitchFamily="34" charset="0"/>
              </a:rPr>
              <a:t>.</a:t>
            </a:r>
            <a:endParaRPr lang="en-US" sz="1400" dirty="0">
              <a:effectLst/>
              <a:latin typeface="Aptos" panose="020B0004020202020204" pitchFamily="34" charset="0"/>
              <a:ea typeface="Aptos" panose="020B0004020202020204" pitchFamily="34" charset="0"/>
              <a:cs typeface="Aptos" panose="020B0004020202020204" pitchFamily="34" charset="0"/>
            </a:endParaRPr>
          </a:p>
          <a:p>
            <a:pPr marL="342900" marR="0" lvl="0" indent="-342900">
              <a:buSzPts val="1000"/>
              <a:buFont typeface="Symbol" panose="05050102010706020507" pitchFamily="18" charset="2"/>
              <a:buChar char=""/>
              <a:tabLst>
                <a:tab pos="457200" algn="l"/>
              </a:tabLst>
            </a:pPr>
            <a:r>
              <a:rPr lang="en-US" sz="1400" dirty="0">
                <a:effectLst/>
                <a:latin typeface="Aptos" panose="020B0004020202020204" pitchFamily="34" charset="0"/>
                <a:ea typeface="Times New Roman" panose="02020603050405020304" pitchFamily="18" charset="0"/>
                <a:cs typeface="Aptos" panose="020B0004020202020204" pitchFamily="34" charset="0"/>
              </a:rPr>
              <a:t>Each </a:t>
            </a:r>
            <a:r>
              <a:rPr lang="en-US" sz="1400" dirty="0">
                <a:effectLst/>
                <a:latin typeface="Courier New" panose="02070309020205020404" pitchFamily="49" charset="0"/>
                <a:ea typeface="Aptos" panose="020B0004020202020204" pitchFamily="34" charset="0"/>
                <a:cs typeface="Aptos" panose="020B0004020202020204" pitchFamily="34" charset="0"/>
              </a:rPr>
              <a:t>MARKET_INFO.PUT</a:t>
            </a:r>
            <a:r>
              <a:rPr lang="en-US" sz="1400" dirty="0">
                <a:effectLst/>
                <a:latin typeface="Aptos" panose="020B0004020202020204" pitchFamily="34" charset="0"/>
                <a:ea typeface="Times New Roman" panose="02020603050405020304" pitchFamily="18" charset="0"/>
                <a:cs typeface="Aptos" panose="020B0004020202020204" pitchFamily="34" charset="0"/>
              </a:rPr>
              <a:t> requires the next accepted Market Information version (although nuanced).</a:t>
            </a:r>
            <a:endParaRPr lang="en-US" sz="1400" dirty="0">
              <a:effectLst/>
              <a:latin typeface="Aptos" panose="020B0004020202020204" pitchFamily="34" charset="0"/>
              <a:ea typeface="Aptos" panose="020B0004020202020204" pitchFamily="34" charset="0"/>
              <a:cs typeface="Aptos" panose="020B0004020202020204" pitchFamily="34" charset="0"/>
            </a:endParaRPr>
          </a:p>
          <a:p>
            <a:pPr marL="342900" marR="0" lvl="0" indent="-342900">
              <a:buSzPts val="1000"/>
              <a:buFont typeface="Symbol" panose="05050102010706020507" pitchFamily="18" charset="2"/>
              <a:buChar char=""/>
              <a:tabLst>
                <a:tab pos="457200" algn="l"/>
              </a:tabLst>
            </a:pPr>
            <a:r>
              <a:rPr lang="en-US" sz="1400" dirty="0">
                <a:effectLst/>
                <a:latin typeface="Aptos" panose="020B0004020202020204" pitchFamily="34" charset="0"/>
                <a:ea typeface="Times New Roman" panose="02020603050405020304" pitchFamily="18" charset="0"/>
                <a:cs typeface="Aptos" panose="020B0004020202020204" pitchFamily="34" charset="0"/>
              </a:rPr>
              <a:t>Device UDI-DI and Market Information have separate version sequences.</a:t>
            </a:r>
          </a:p>
          <a:p>
            <a:pPr marL="342900" marR="0" lvl="0" indent="-342900">
              <a:buSzPts val="1000"/>
              <a:buFont typeface="Symbol" panose="05050102010706020507" pitchFamily="18" charset="2"/>
              <a:buChar char=""/>
              <a:tabLst>
                <a:tab pos="457200" algn="l"/>
              </a:tabLst>
            </a:pPr>
            <a:r>
              <a:rPr lang="en-US" sz="1400" dirty="0">
                <a:latin typeface="Aptos" panose="020B0004020202020204" pitchFamily="34" charset="0"/>
                <a:ea typeface="Times New Roman" panose="02020603050405020304" pitchFamily="18" charset="0"/>
                <a:cs typeface="Aptos" panose="020B0004020202020204" pitchFamily="34" charset="0"/>
              </a:rPr>
              <a:t>These versions are managed by the application based on upload of </a:t>
            </a:r>
            <a:r>
              <a:rPr lang="en-US" sz="1400" dirty="0">
                <a:latin typeface="Courier New" panose="02070309020205020404" pitchFamily="49" charset="0"/>
              </a:rPr>
              <a:t>EUDAMED Success XML</a:t>
            </a:r>
          </a:p>
          <a:p>
            <a:pPr marR="0" lvl="0">
              <a:buSzPts val="1000"/>
              <a:tabLst>
                <a:tab pos="457200" algn="l"/>
              </a:tabLst>
            </a:pPr>
            <a:endParaRPr lang="en-US" sz="1400" dirty="0">
              <a:effectLst/>
              <a:latin typeface="Aptos" panose="020B0004020202020204" pitchFamily="34" charset="0"/>
              <a:ea typeface="Aptos" panose="020B0004020202020204" pitchFamily="34" charset="0"/>
              <a:cs typeface="Aptos" panose="020B0004020202020204" pitchFamily="34" charset="0"/>
            </a:endParaRPr>
          </a:p>
          <a:p>
            <a:pPr marL="0" marR="0">
              <a:buNone/>
            </a:pPr>
            <a:r>
              <a:rPr lang="en-US" sz="1400" b="1" dirty="0">
                <a:effectLst/>
                <a:latin typeface="Aptos" panose="020B0004020202020204" pitchFamily="34" charset="0"/>
                <a:ea typeface="Aptos" panose="020B0004020202020204" pitchFamily="34" charset="0"/>
                <a:cs typeface="Aptos" panose="020B0004020202020204" pitchFamily="34" charset="0"/>
              </a:rPr>
              <a:t>How the application manages this</a:t>
            </a:r>
            <a:endParaRPr lang="en-US" sz="1400" dirty="0">
              <a:effectLst/>
              <a:latin typeface="Aptos" panose="020B0004020202020204" pitchFamily="34" charset="0"/>
              <a:ea typeface="Aptos" panose="020B0004020202020204" pitchFamily="34" charset="0"/>
              <a:cs typeface="Aptos" panose="020B0004020202020204" pitchFamily="34" charset="0"/>
            </a:endParaRPr>
          </a:p>
          <a:p>
            <a:pPr marL="342900" marR="0" lvl="0" indent="-342900">
              <a:buSzPts val="1000"/>
              <a:buFont typeface="Symbol" panose="05050102010706020507" pitchFamily="18" charset="2"/>
              <a:buChar char=""/>
              <a:tabLst>
                <a:tab pos="457200" algn="l"/>
              </a:tabLst>
            </a:pPr>
            <a:r>
              <a:rPr lang="en-US" sz="1400" dirty="0">
                <a:effectLst/>
                <a:latin typeface="Aptos" panose="020B0004020202020204" pitchFamily="34" charset="0"/>
                <a:ea typeface="Times New Roman" panose="02020603050405020304" pitchFamily="18" charset="0"/>
                <a:cs typeface="Aptos" panose="020B0004020202020204" pitchFamily="34" charset="0"/>
              </a:rPr>
              <a:t>The canonical model ensures consistent identity using catalogue number, Device UDI-DI, Basic UDI-DI, and source-data lineage.</a:t>
            </a:r>
            <a:endParaRPr lang="en-US" sz="1400" dirty="0">
              <a:effectLst/>
              <a:latin typeface="Aptos" panose="020B0004020202020204" pitchFamily="34" charset="0"/>
              <a:ea typeface="Aptos" panose="020B0004020202020204" pitchFamily="34" charset="0"/>
              <a:cs typeface="Aptos" panose="020B0004020202020204" pitchFamily="34" charset="0"/>
            </a:endParaRPr>
          </a:p>
          <a:p>
            <a:pPr marL="342900" marR="0" lvl="0" indent="-342900">
              <a:buSzPts val="1000"/>
              <a:buFont typeface="Symbol" panose="05050102010706020507" pitchFamily="18" charset="2"/>
              <a:buChar char=""/>
              <a:tabLst>
                <a:tab pos="457200" algn="l"/>
              </a:tabLst>
            </a:pPr>
            <a:r>
              <a:rPr lang="en-US" sz="1400" dirty="0">
                <a:effectLst/>
                <a:latin typeface="Aptos" panose="020B0004020202020204" pitchFamily="34" charset="0"/>
                <a:ea typeface="Times New Roman" panose="02020603050405020304" pitchFamily="18" charset="0"/>
                <a:cs typeface="Aptos" panose="020B0004020202020204" pitchFamily="34" charset="0"/>
              </a:rPr>
              <a:t>Successful EUDAMED acknowledgements are imported and recorded against that identity.</a:t>
            </a:r>
            <a:endParaRPr lang="en-US" sz="1400" dirty="0">
              <a:effectLst/>
              <a:latin typeface="Aptos" panose="020B0004020202020204" pitchFamily="34" charset="0"/>
              <a:ea typeface="Aptos" panose="020B0004020202020204" pitchFamily="34" charset="0"/>
              <a:cs typeface="Aptos" panose="020B0004020202020204" pitchFamily="34" charset="0"/>
            </a:endParaRPr>
          </a:p>
          <a:p>
            <a:pPr marL="342900" marR="0" lvl="0" indent="-342900">
              <a:buSzPts val="1000"/>
              <a:buFont typeface="Symbol" panose="05050102010706020507" pitchFamily="18" charset="2"/>
              <a:buChar char=""/>
              <a:tabLst>
                <a:tab pos="457200" algn="l"/>
              </a:tabLst>
            </a:pPr>
            <a:r>
              <a:rPr lang="en-US" sz="1400" dirty="0">
                <a:effectLst/>
                <a:latin typeface="Aptos" panose="020B0004020202020204" pitchFamily="34" charset="0"/>
                <a:ea typeface="Times New Roman" panose="02020603050405020304" pitchFamily="18" charset="0"/>
                <a:cs typeface="Aptos" panose="020B0004020202020204" pitchFamily="34" charset="0"/>
              </a:rPr>
              <a:t>The application stores the accepted operation, version, date, and relevant accepted state.</a:t>
            </a:r>
            <a:endParaRPr lang="en-US" sz="1400" dirty="0">
              <a:effectLst/>
              <a:latin typeface="Aptos" panose="020B0004020202020204" pitchFamily="34" charset="0"/>
              <a:ea typeface="Aptos" panose="020B0004020202020204" pitchFamily="34" charset="0"/>
              <a:cs typeface="Aptos" panose="020B0004020202020204" pitchFamily="34" charset="0"/>
            </a:endParaRPr>
          </a:p>
          <a:p>
            <a:pPr marL="342900" marR="0" lvl="0" indent="-342900">
              <a:buSzPts val="1000"/>
              <a:buFont typeface="Symbol" panose="05050102010706020507" pitchFamily="18" charset="2"/>
              <a:buChar char=""/>
              <a:tabLst>
                <a:tab pos="457200" algn="l"/>
              </a:tabLst>
            </a:pPr>
            <a:r>
              <a:rPr lang="en-US" sz="1400" dirty="0">
                <a:effectLst/>
                <a:latin typeface="Aptos" panose="020B0004020202020204" pitchFamily="34" charset="0"/>
                <a:ea typeface="Times New Roman" panose="02020603050405020304" pitchFamily="18" charset="0"/>
                <a:cs typeface="Aptos" panose="020B0004020202020204" pitchFamily="34" charset="0"/>
              </a:rPr>
              <a:t>It uses the accepted Device UDI-DI version to prepare the next PATCH.</a:t>
            </a:r>
            <a:endParaRPr lang="en-US" sz="1400" dirty="0">
              <a:effectLst/>
              <a:latin typeface="Aptos" panose="020B0004020202020204" pitchFamily="34" charset="0"/>
              <a:ea typeface="Aptos" panose="020B0004020202020204" pitchFamily="34" charset="0"/>
              <a:cs typeface="Aptos" panose="020B0004020202020204" pitchFamily="34" charset="0"/>
            </a:endParaRPr>
          </a:p>
          <a:p>
            <a:pPr marL="342900" marR="0" lvl="0" indent="-342900">
              <a:buSzPts val="1000"/>
              <a:buFont typeface="Symbol" panose="05050102010706020507" pitchFamily="18" charset="2"/>
              <a:buChar char=""/>
              <a:tabLst>
                <a:tab pos="457200" algn="l"/>
              </a:tabLst>
            </a:pPr>
            <a:r>
              <a:rPr lang="en-US" sz="1400" dirty="0">
                <a:effectLst/>
                <a:latin typeface="Aptos" panose="020B0004020202020204" pitchFamily="34" charset="0"/>
                <a:ea typeface="Times New Roman" panose="02020603050405020304" pitchFamily="18" charset="0"/>
                <a:cs typeface="Aptos" panose="020B0004020202020204" pitchFamily="34" charset="0"/>
              </a:rPr>
              <a:t>It uses the accepted Market Information version and country list to prepare later Market Info and PATCH packages.</a:t>
            </a:r>
            <a:endParaRPr lang="en-US" sz="1400" dirty="0">
              <a:effectLst/>
              <a:latin typeface="Aptos" panose="020B0004020202020204" pitchFamily="34" charset="0"/>
              <a:ea typeface="Aptos" panose="020B0004020202020204" pitchFamily="34" charset="0"/>
              <a:cs typeface="Aptos" panose="020B0004020202020204" pitchFamily="34" charset="0"/>
            </a:endParaRPr>
          </a:p>
          <a:p>
            <a:pPr marL="342900" marR="0" lvl="0" indent="-342900">
              <a:buSzPts val="1000"/>
              <a:buFont typeface="Symbol" panose="05050102010706020507" pitchFamily="18" charset="2"/>
              <a:buChar char=""/>
              <a:tabLst>
                <a:tab pos="457200" algn="l"/>
              </a:tabLst>
            </a:pPr>
            <a:r>
              <a:rPr lang="en-US" sz="1400" dirty="0">
                <a:effectLst/>
                <a:latin typeface="Aptos" panose="020B0004020202020204" pitchFamily="34" charset="0"/>
                <a:ea typeface="Times New Roman" panose="02020603050405020304" pitchFamily="18" charset="0"/>
                <a:cs typeface="Aptos" panose="020B0004020202020204" pitchFamily="34" charset="0"/>
              </a:rPr>
              <a:t>Bulk operations select only suitable records and exclude devices requiring resolution</a:t>
            </a:r>
          </a:p>
          <a:p>
            <a:pPr marL="342900" marR="0" lvl="0" indent="-342900">
              <a:buSzPts val="1000"/>
              <a:buFont typeface="Symbol" panose="05050102010706020507" pitchFamily="18" charset="2"/>
              <a:buChar char=""/>
              <a:tabLst>
                <a:tab pos="457200" algn="l"/>
              </a:tabLst>
            </a:pPr>
            <a:endParaRPr lang="en-US" sz="1400" dirty="0">
              <a:effectLst/>
              <a:latin typeface="Aptos" panose="020B0004020202020204" pitchFamily="34" charset="0"/>
              <a:ea typeface="Aptos" panose="020B0004020202020204" pitchFamily="34" charset="0"/>
              <a:cs typeface="Aptos" panose="020B0004020202020204" pitchFamily="34" charset="0"/>
            </a:endParaRPr>
          </a:p>
          <a:p>
            <a:pPr marL="0" marR="0">
              <a:buNone/>
            </a:pPr>
            <a:r>
              <a:rPr lang="en-US" sz="1400" b="1" dirty="0">
                <a:effectLst/>
                <a:latin typeface="Aptos" panose="020B0004020202020204" pitchFamily="34" charset="0"/>
                <a:ea typeface="Aptos" panose="020B0004020202020204" pitchFamily="34" charset="0"/>
                <a:cs typeface="Aptos" panose="020B0004020202020204" pitchFamily="34" charset="0"/>
              </a:rPr>
              <a:t>Why this matters</a:t>
            </a:r>
            <a:endParaRPr lang="en-US" sz="1400" dirty="0">
              <a:effectLst/>
              <a:latin typeface="Aptos" panose="020B0004020202020204" pitchFamily="34" charset="0"/>
              <a:ea typeface="Aptos" panose="020B0004020202020204" pitchFamily="34" charset="0"/>
              <a:cs typeface="Aptos" panose="020B0004020202020204" pitchFamily="34" charset="0"/>
            </a:endParaRPr>
          </a:p>
          <a:p>
            <a:pPr marL="342900" marR="0" lvl="0" indent="-342900">
              <a:buSzPts val="1000"/>
              <a:buFont typeface="Symbol" panose="05050102010706020507" pitchFamily="18" charset="2"/>
              <a:buChar char=""/>
              <a:tabLst>
                <a:tab pos="457200" algn="l"/>
              </a:tabLst>
            </a:pPr>
            <a:r>
              <a:rPr lang="en-US" sz="1400" dirty="0">
                <a:effectLst/>
                <a:latin typeface="Aptos" panose="020B0004020202020204" pitchFamily="34" charset="0"/>
                <a:ea typeface="Times New Roman" panose="02020603050405020304" pitchFamily="18" charset="0"/>
                <a:cs typeface="Aptos" panose="020B0004020202020204" pitchFamily="34" charset="0"/>
              </a:rPr>
              <a:t>Reduces version-related rejected updates.</a:t>
            </a:r>
            <a:endParaRPr lang="en-US" sz="1400" dirty="0">
              <a:effectLst/>
              <a:latin typeface="Aptos" panose="020B0004020202020204" pitchFamily="34" charset="0"/>
              <a:ea typeface="Aptos" panose="020B0004020202020204" pitchFamily="34" charset="0"/>
              <a:cs typeface="Aptos" panose="020B0004020202020204" pitchFamily="34" charset="0"/>
            </a:endParaRPr>
          </a:p>
          <a:p>
            <a:pPr marL="342900" marR="0" lvl="0" indent="-342900">
              <a:buSzPts val="1000"/>
              <a:buFont typeface="Symbol" panose="05050102010706020507" pitchFamily="18" charset="2"/>
              <a:buChar char=""/>
              <a:tabLst>
                <a:tab pos="457200" algn="l"/>
              </a:tabLst>
            </a:pPr>
            <a:r>
              <a:rPr lang="en-US" sz="1400" dirty="0">
                <a:effectLst/>
                <a:latin typeface="Aptos" panose="020B0004020202020204" pitchFamily="34" charset="0"/>
                <a:ea typeface="Times New Roman" panose="02020603050405020304" pitchFamily="18" charset="0"/>
                <a:cs typeface="Aptos" panose="020B0004020202020204" pitchFamily="34" charset="0"/>
              </a:rPr>
              <a:t>Prevents PATCH packages from restoring outdated Market Information country lists.</a:t>
            </a:r>
            <a:endParaRPr lang="en-US" sz="1400" dirty="0">
              <a:effectLst/>
              <a:latin typeface="Aptos" panose="020B0004020202020204" pitchFamily="34" charset="0"/>
              <a:ea typeface="Aptos" panose="020B0004020202020204" pitchFamily="34" charset="0"/>
              <a:cs typeface="Aptos" panose="020B0004020202020204" pitchFamily="34" charset="0"/>
            </a:endParaRPr>
          </a:p>
          <a:p>
            <a:pPr marL="342900" marR="0" lvl="0" indent="-342900">
              <a:buSzPts val="1000"/>
              <a:buFont typeface="Symbol" panose="05050102010706020507" pitchFamily="18" charset="2"/>
              <a:buChar char=""/>
              <a:tabLst>
                <a:tab pos="457200" algn="l"/>
              </a:tabLst>
            </a:pPr>
            <a:r>
              <a:rPr lang="en-US" sz="1400" dirty="0">
                <a:effectLst/>
                <a:latin typeface="Aptos" panose="020B0004020202020204" pitchFamily="34" charset="0"/>
                <a:ea typeface="Times New Roman" panose="02020603050405020304" pitchFamily="18" charset="0"/>
                <a:cs typeface="Aptos" panose="020B0004020202020204" pitchFamily="34" charset="0"/>
              </a:rPr>
              <a:t>Makes single-device and bulk updates consistent, traceable, and safer</a:t>
            </a:r>
          </a:p>
          <a:p>
            <a:pPr marL="0" marR="0">
              <a:buNone/>
            </a:pPr>
            <a:endParaRPr lang="en-US" sz="1400" dirty="0">
              <a:effectLst/>
              <a:latin typeface="Aptos" panose="020B0004020202020204" pitchFamily="34" charset="0"/>
              <a:ea typeface="Aptos" panose="020B0004020202020204" pitchFamily="34" charset="0"/>
              <a:cs typeface="Aptos" panose="020B0004020202020204" pitchFamily="34" charset="0"/>
            </a:endParaRPr>
          </a:p>
          <a:p>
            <a:pPr lvl="0">
              <a:buSzPts val="1000"/>
              <a:tabLst>
                <a:tab pos="457200" algn="l"/>
              </a:tabLst>
            </a:pPr>
            <a:r>
              <a:rPr lang="en-US" sz="1400" b="1" dirty="0">
                <a:effectLst/>
                <a:latin typeface="Aptos" panose="020B0004020202020204" pitchFamily="34" charset="0"/>
                <a:ea typeface="Aptos" panose="020B0004020202020204" pitchFamily="34" charset="0"/>
                <a:cs typeface="Aptos" panose="020B0004020202020204" pitchFamily="34" charset="0"/>
              </a:rPr>
              <a:t>EUDAMED Testing</a:t>
            </a:r>
            <a:br>
              <a:rPr lang="en-US" sz="1400" dirty="0">
                <a:effectLst/>
                <a:latin typeface="Aptos" panose="020B0004020202020204" pitchFamily="34" charset="0"/>
                <a:ea typeface="Aptos" panose="020B0004020202020204" pitchFamily="34" charset="0"/>
                <a:cs typeface="Aptos" panose="020B0004020202020204" pitchFamily="34" charset="0"/>
              </a:rPr>
            </a:br>
            <a:r>
              <a:rPr lang="en-US" sz="1400" dirty="0"/>
              <a:t>At development outset it was not clear if EUDAMED Playground reflects EUDAMED Production environment; for this reason, PATCH blocks in workbook were BLOCKED for testing to avoid overwriting previously registered devices</a:t>
            </a:r>
          </a:p>
          <a:p>
            <a:pPr marL="342900" lvl="0" indent="-342900">
              <a:buFont typeface="Arial" panose="020B0604020202020204" pitchFamily="34" charset="0"/>
              <a:buChar char="•"/>
            </a:pPr>
            <a:endParaRPr lang="en-US" sz="1600" dirty="0"/>
          </a:p>
        </p:txBody>
      </p:sp>
    </p:spTree>
    <p:extLst>
      <p:ext uri="{BB962C8B-B14F-4D97-AF65-F5344CB8AC3E}">
        <p14:creationId xmlns:p14="http://schemas.microsoft.com/office/powerpoint/2010/main" val="1521042913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96673D56-40CB-AF49-E56E-93FEF9B4C693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itle 2">
            <a:extLst>
              <a:ext uri="{FF2B5EF4-FFF2-40B4-BE49-F238E27FC236}">
                <a16:creationId xmlns:a16="http://schemas.microsoft.com/office/drawing/2014/main" id="{9A887E3B-F9DF-0F24-E70B-4F046484994B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457199" y="199417"/>
            <a:ext cx="11370365" cy="420785"/>
          </a:xfrm>
        </p:spPr>
        <p:txBody>
          <a:bodyPr>
            <a:noAutofit/>
          </a:bodyPr>
          <a:lstStyle/>
          <a:p>
            <a:r>
              <a:rPr lang="en-US" sz="2800" dirty="0"/>
              <a:t>Clarification Questions for Production</a:t>
            </a:r>
            <a:br>
              <a:rPr lang="en-US" sz="2800" dirty="0"/>
            </a:br>
            <a:endParaRPr lang="en-US" sz="2800" dirty="0"/>
          </a:p>
        </p:txBody>
      </p:sp>
      <p:sp>
        <p:nvSpPr>
          <p:cNvPr id="2" name="TextBox 1">
            <a:extLst>
              <a:ext uri="{FF2B5EF4-FFF2-40B4-BE49-F238E27FC236}">
                <a16:creationId xmlns:a16="http://schemas.microsoft.com/office/drawing/2014/main" id="{5D478914-A16F-7B34-989D-846088EC30A5}"/>
              </a:ext>
            </a:extLst>
          </p:cNvPr>
          <p:cNvSpPr txBox="1"/>
          <p:nvPr/>
        </p:nvSpPr>
        <p:spPr>
          <a:xfrm>
            <a:off x="628153" y="745046"/>
            <a:ext cx="10678602" cy="393954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1400" b="1" dirty="0"/>
              <a:t>EUDAMED Baseline</a:t>
            </a:r>
            <a:endParaRPr lang="en-US" sz="1400" dirty="0"/>
          </a:p>
          <a:p>
            <a:pPr marL="285750" lvl="0" indent="-285750">
              <a:buFont typeface="Arial" panose="020B0604020202020204" pitchFamily="34" charset="0"/>
              <a:buChar char="•"/>
            </a:pPr>
            <a:r>
              <a:rPr lang="en-US" sz="1200" dirty="0"/>
              <a:t>For every currently registered device, can we obtain the latest accepted Device UDI-DI version and current Market Information version?</a:t>
            </a:r>
          </a:p>
          <a:p>
            <a:pPr marL="285750" lvl="0" indent="-285750">
              <a:buFont typeface="Arial" panose="020B0604020202020204" pitchFamily="34" charset="0"/>
              <a:buChar char="•"/>
            </a:pPr>
            <a:r>
              <a:rPr lang="en-US" sz="1200" dirty="0"/>
              <a:t>Can we obtain the accepted Market Information country list for each device, especially where it may differ from the workbook?</a:t>
            </a:r>
          </a:p>
          <a:p>
            <a:pPr marL="285750" lvl="0" indent="-285750">
              <a:buFont typeface="Arial" panose="020B0604020202020204" pitchFamily="34" charset="0"/>
              <a:buChar char="•"/>
            </a:pPr>
            <a:r>
              <a:rPr lang="en-US" sz="1200" dirty="0"/>
              <a:t>Which system or evidence source is authoritative when workbook data and EUDAMED differ?</a:t>
            </a:r>
          </a:p>
          <a:p>
            <a:pPr marL="285750" lvl="0" indent="-285750">
              <a:buFont typeface="Arial" panose="020B0604020202020204" pitchFamily="34" charset="0"/>
              <a:buChar char="•"/>
            </a:pPr>
            <a:r>
              <a:rPr lang="en-US" sz="1200" dirty="0"/>
              <a:t>Are there known rejected, partially successful, withdrawn, or manually updated submissions that must be represented before go-live?</a:t>
            </a:r>
          </a:p>
          <a:p>
            <a:pPr marL="285750" lvl="0" indent="-285750">
              <a:buFont typeface="Arial" panose="020B0604020202020204" pitchFamily="34" charset="0"/>
              <a:buChar char="•"/>
            </a:pPr>
            <a:endParaRPr lang="en-US" sz="1200" dirty="0"/>
          </a:p>
          <a:p>
            <a:r>
              <a:rPr lang="en-US" sz="1400" b="1" dirty="0"/>
              <a:t>Governance And Audit</a:t>
            </a:r>
            <a:endParaRPr lang="en-US" sz="1400" dirty="0"/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sz="1200" dirty="0"/>
              <a:t>What audit evidence must be retained: source workbook version, generated XML/ZIP, approver, EUDAMED response, timestamps, and rationale for changes?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sz="1200" dirty="0"/>
              <a:t>How long must submission and source-data records be retained?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sz="1200" dirty="0"/>
              <a:t>Is an electronic approval/sign-off required before package download or EUDAMED upload?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sz="1200" dirty="0"/>
              <a:t>Who is responsible for reconciling application state with EUDAMED on a regular basis?</a:t>
            </a:r>
          </a:p>
          <a:p>
            <a:endParaRPr lang="en-US" sz="1200" dirty="0"/>
          </a:p>
          <a:p>
            <a:r>
              <a:rPr lang="en-US" sz="1400" b="1" dirty="0"/>
              <a:t>Production Readiness</a:t>
            </a:r>
            <a:endParaRPr lang="en-US" sz="1400" dirty="0"/>
          </a:p>
          <a:p>
            <a:pPr marL="285750" lvl="0" indent="-285750">
              <a:buFont typeface="Arial" panose="020B0604020202020204" pitchFamily="34" charset="0"/>
              <a:buChar char="•"/>
            </a:pPr>
            <a:r>
              <a:rPr lang="en-US" sz="1200" dirty="0"/>
              <a:t>Who needs access, and what roles should they have: viewer, preparer, approver, administrator?</a:t>
            </a:r>
          </a:p>
          <a:p>
            <a:pPr marL="285750" lvl="0" indent="-285750">
              <a:buFont typeface="Arial" panose="020B0604020202020204" pitchFamily="34" charset="0"/>
              <a:buChar char="•"/>
            </a:pPr>
            <a:r>
              <a:rPr lang="en-US" sz="1200" dirty="0"/>
              <a:t>Where will production run, who owns support, and what are the backup and recovery requirements?</a:t>
            </a:r>
          </a:p>
          <a:p>
            <a:pPr marL="285750" lvl="0" indent="-285750">
              <a:buFont typeface="Arial" panose="020B0604020202020204" pitchFamily="34" charset="0"/>
              <a:buChar char="•"/>
            </a:pPr>
            <a:r>
              <a:rPr lang="en-US" sz="1200" dirty="0"/>
              <a:t>What is the expected volume: devices, bulk package sizes, concurrent users, and submission frequency?</a:t>
            </a:r>
          </a:p>
          <a:p>
            <a:pPr marL="285750" lvl="0" indent="-285750">
              <a:buFont typeface="Arial" panose="020B0604020202020204" pitchFamily="34" charset="0"/>
              <a:buChar char="•"/>
            </a:pPr>
            <a:r>
              <a:rPr lang="en-US" sz="1200" dirty="0"/>
              <a:t>What does the business consider a production-blocking issue versus an acceptable manual workaround?</a:t>
            </a:r>
          </a:p>
          <a:p>
            <a:pPr lvl="0"/>
            <a:endParaRPr lang="en-US" sz="1200" dirty="0"/>
          </a:p>
          <a:p>
            <a:pPr marL="342900" lvl="0" indent="-342900">
              <a:buFont typeface="Arial" panose="020B0604020202020204" pitchFamily="34" charset="0"/>
              <a:buChar char="•"/>
            </a:pPr>
            <a:endParaRPr lang="en-US" sz="1600" dirty="0"/>
          </a:p>
        </p:txBody>
      </p:sp>
    </p:spTree>
    <p:extLst>
      <p:ext uri="{BB962C8B-B14F-4D97-AF65-F5344CB8AC3E}">
        <p14:creationId xmlns:p14="http://schemas.microsoft.com/office/powerpoint/2010/main" val="2995349182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Aptos Display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>
        <a:ln w="9525">
          <a:solidFill>
            <a:schemeClr val="tx1"/>
          </a:solidFill>
          <a:tailEnd type="triangle"/>
        </a:ln>
      </a:spPr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Aptos Display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customXml/_rels/item1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1.xml"/></Relationships>
</file>

<file path=customXml/_rels/item2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2.xml"/></Relationships>
</file>

<file path=customXml/_rels/item3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3.xml"/></Relationships>
</file>

<file path=customXml/item1.xml><?xml version="1.0" encoding="utf-8"?>
<p:properties xmlns:p="http://schemas.microsoft.com/office/2006/metadata/properties" xmlns:xsi="http://www.w3.org/2001/XMLSchema-instance" xmlns:pc="http://schemas.microsoft.com/office/infopath/2007/PartnerControls">
  <documentManagement/>
</p:properties>
</file>

<file path=customXml/item2.xml><?xml version="1.0" encoding="utf-8"?>
<ct:contentTypeSchema xmlns:ct="http://schemas.microsoft.com/office/2006/metadata/contentType" xmlns:ma="http://schemas.microsoft.com/office/2006/metadata/properties/metaAttributes" ct:_="" ma:_="" ma:contentTypeName="Document" ma:contentTypeID="0x01010071759E773A64E54E83936B15053BD789" ma:contentTypeVersion="3" ma:contentTypeDescription="Create a new document." ma:contentTypeScope="" ma:versionID="1dfe0fc03b2d7991c0d9c9238d2b9cdf">
  <xsd:schema xmlns:xsd="http://www.w3.org/2001/XMLSchema" xmlns:xs="http://www.w3.org/2001/XMLSchema" xmlns:p="http://schemas.microsoft.com/office/2006/metadata/properties" xmlns:ns2="14461b83-3642-4558-a9b0-db76793359b6" targetNamespace="http://schemas.microsoft.com/office/2006/metadata/properties" ma:root="true" ma:fieldsID="078e8993261b4b5ae8a0ea7ccf2ea5b9" ns2:_="">
    <xsd:import namespace="14461b83-3642-4558-a9b0-db76793359b6"/>
    <xsd:element name="properties">
      <xsd:complexType>
        <xsd:sequence>
          <xsd:element name="documentManagement">
            <xsd:complexType>
              <xsd:all>
                <xsd:element ref="ns2:MediaServiceMetadata" minOccurs="0"/>
                <xsd:element ref="ns2:MediaServiceFastMetadata" minOccurs="0"/>
                <xsd:element ref="ns2:MediaServiceSearchProperties" minOccurs="0"/>
              </xsd:all>
            </xsd:complexType>
          </xsd:element>
        </xsd:sequence>
      </xsd:complexType>
    </xsd:element>
  </xsd:schema>
  <xsd:schema xmlns:xsd="http://www.w3.org/2001/XMLSchema" xmlns:xs="http://www.w3.org/2001/XMLSchema" xmlns:dms="http://schemas.microsoft.com/office/2006/documentManagement/types" xmlns:pc="http://schemas.microsoft.com/office/infopath/2007/PartnerControls" targetNamespace="14461b83-3642-4558-a9b0-db76793359b6" elementFormDefault="qualified">
    <xsd:import namespace="http://schemas.microsoft.com/office/2006/documentManagement/types"/>
    <xsd:import namespace="http://schemas.microsoft.com/office/infopath/2007/PartnerControls"/>
    <xsd:element name="MediaServiceMetadata" ma:index="8" nillable="true" ma:displayName="MediaServiceMetadata" ma:hidden="true" ma:internalName="MediaServiceMetadata" ma:readOnly="true">
      <xsd:simpleType>
        <xsd:restriction base="dms:Note"/>
      </xsd:simpleType>
    </xsd:element>
    <xsd:element name="MediaServiceFastMetadata" ma:index="9" nillable="true" ma:displayName="MediaServiceFastMetadata" ma:hidden="true" ma:internalName="MediaServiceFastMetadata" ma:readOnly="true">
      <xsd:simpleType>
        <xsd:restriction base="dms:Note"/>
      </xsd:simpleType>
    </xsd:element>
    <xsd:element name="MediaServiceSearchProperties" ma:index="10" nillable="true" ma:displayName="MediaServiceSearchProperties" ma:hidden="true" ma:internalName="MediaServiceSearchProperties" ma:readOnly="true">
      <xsd:simpleType>
        <xsd:restriction base="dms:Note"/>
      </xsd:simpleType>
    </xsd:element>
  </xsd:schema>
  <xsd:schema xmlns="http://schemas.openxmlformats.org/package/2006/metadata/core-properties" xmlns:xsd="http://www.w3.org/2001/XMLSchema" xmlns:xsi="http://www.w3.org/2001/XMLSchema-instance" xmlns:dc="http://purl.org/dc/elements/1.1/" xmlns:dcterms="http://purl.org/dc/terms/" xmlns:odoc="http://schemas.microsoft.com/internal/obd" targetNamespace="http://schemas.openxmlformats.org/package/2006/metadata/core-properties" elementFormDefault="qualified" attributeFormDefault="unqualified" blockDefault="#all">
    <xsd:import namespace="http://purl.org/dc/elements/1.1/" schemaLocation="http://dublincore.org/schemas/xmls/qdc/2003/04/02/dc.xsd"/>
    <xsd:import namespace="http://purl.org/dc/terms/" schemaLocation="http://dublincore.org/schemas/xmls/qdc/2003/04/02/dcterms.xsd"/>
    <xsd:element name="coreProperties" type="CT_coreProperties"/>
    <xsd:complexType name="CT_coreProperties">
      <xsd:all>
        <xsd:element ref="dc:creator" minOccurs="0" maxOccurs="1"/>
        <xsd:element ref="dcterms:created" minOccurs="0" maxOccurs="1"/>
        <xsd:element ref="dc:identifier" minOccurs="0" maxOccurs="1"/>
        <xsd:element name="contentType" minOccurs="0" maxOccurs="1" type="xsd:string" ma:index="0" ma:displayName="Content Type"/>
        <xsd:element ref="dc:title" minOccurs="0" maxOccurs="1" ma:index="4" ma:displayName="Title"/>
        <xsd:element ref="dc:subject" minOccurs="0" maxOccurs="1"/>
        <xsd:element ref="dc:description" minOccurs="0" maxOccurs="1"/>
        <xsd:element name="keywords" minOccurs="0" maxOccurs="1" type="xsd:string"/>
        <xsd:element ref="dc:language" minOccurs="0" maxOccurs="1"/>
        <xsd:element name="category" minOccurs="0" maxOccurs="1" type="xsd:string"/>
        <xsd:element name="version" minOccurs="0" maxOccurs="1" type="xsd:string"/>
        <xsd:element name="revision" minOccurs="0" maxOccurs="1" type="xsd:string">
          <xsd:annotation>
            <xsd:documentation>
                        This value indicates the number of saves or revisions. The application is responsible for updating this value after each revision.
                    </xsd:documentation>
          </xsd:annotation>
        </xsd:element>
        <xsd:element name="lastModifiedBy" minOccurs="0" maxOccurs="1" type="xsd:string"/>
        <xsd:element ref="dcterms:modified" minOccurs="0" maxOccurs="1"/>
        <xsd:element name="contentStatus" minOccurs="0" maxOccurs="1" type="xsd:string"/>
      </xsd:all>
    </xsd:complexType>
  </xsd:schema>
  <xs:schema xmlns:pc="http://schemas.microsoft.com/office/infopath/2007/PartnerControls" xmlns:xs="http://www.w3.org/2001/XMLSchema" targetNamespace="http://schemas.microsoft.com/office/infopath/2007/PartnerControls" elementFormDefault="qualified" attributeFormDefault="unqualified">
    <xs:element name="Person">
      <xs:complexType>
        <xs:sequence>
          <xs:element ref="pc:DisplayName" minOccurs="0"/>
          <xs:element ref="pc:AccountId" minOccurs="0"/>
          <xs:element ref="pc:AccountType" minOccurs="0"/>
        </xs:sequence>
      </xs:complexType>
    </xs:element>
    <xs:element name="DisplayName" type="xs:string"/>
    <xs:element name="AccountId" type="xs:string"/>
    <xs:element name="AccountType" type="xs:string"/>
    <xs:element name="BDCAssociatedEntity">
      <xs:complexType>
        <xs:sequence>
          <xs:element ref="pc:BDCEntity" minOccurs="0" maxOccurs="unbounded"/>
        </xs:sequence>
        <xs:attribute ref="pc:EntityNamespace"/>
        <xs:attribute ref="pc:EntityName"/>
        <xs:attribute ref="pc:SystemInstanceName"/>
        <xs:attribute ref="pc:AssociationName"/>
      </xs:complexType>
    </xs:element>
    <xs:attribute name="EntityNamespace" type="xs:string"/>
    <xs:attribute name="EntityName" type="xs:string"/>
    <xs:attribute name="SystemInstanceName" type="xs:string"/>
    <xs:attribute name="AssociationName" type="xs:string"/>
    <xs:element name="BDCEntity">
      <xs:complexType>
        <xs:sequence>
          <xs:element ref="pc:EntityDisplayName" minOccurs="0"/>
          <xs:element ref="pc:EntityInstanceReference" minOccurs="0"/>
          <xs:element ref="pc:EntityId1" minOccurs="0"/>
          <xs:element ref="pc:EntityId2" minOccurs="0"/>
          <xs:element ref="pc:EntityId3" minOccurs="0"/>
          <xs:element ref="pc:EntityId4" minOccurs="0"/>
          <xs:element ref="pc:EntityId5" minOccurs="0"/>
        </xs:sequence>
      </xs:complexType>
    </xs:element>
    <xs:element name="EntityDisplayName" type="xs:string"/>
    <xs:element name="EntityInstanceReference" type="xs:string"/>
    <xs:element name="EntityId1" type="xs:string"/>
    <xs:element name="EntityId2" type="xs:string"/>
    <xs:element name="EntityId3" type="xs:string"/>
    <xs:element name="EntityId4" type="xs:string"/>
    <xs:element name="EntityId5" type="xs:string"/>
    <xs:element name="Terms">
      <xs:complexType>
        <xs:sequence>
          <xs:element ref="pc:TermInfo" minOccurs="0" maxOccurs="unbounded"/>
        </xs:sequence>
      </xs:complexType>
    </xs:element>
    <xs:element name="TermInfo">
      <xs:complexType>
        <xs:sequence>
          <xs:element ref="pc:TermName" minOccurs="0"/>
          <xs:element ref="pc:TermId" minOccurs="0"/>
        </xs:sequence>
      </xs:complexType>
    </xs:element>
    <xs:element name="TermName" type="xs:string"/>
    <xs:element name="TermId" type="xs:string"/>
  </xs:schema>
</ct:contentTypeSchema>
</file>

<file path=customXml/item3.xml><?xml version="1.0" encoding="utf-8"?>
<?mso-contentType ?>
<FormTemplates xmlns="http://schemas.microsoft.com/sharepoint/v3/contenttype/forms">
  <Display>DocumentLibraryForm</Display>
  <Edit>DocumentLibraryForm</Edit>
  <New>DocumentLibraryForm</New>
</FormTemplates>
</file>

<file path=customXml/itemProps1.xml><?xml version="1.0" encoding="utf-8"?>
<ds:datastoreItem xmlns:ds="http://schemas.openxmlformats.org/officeDocument/2006/customXml" ds:itemID="{E826DB27-1D36-419D-BA8D-AD3BFFDED29A}">
  <ds:schemaRefs>
    <ds:schemaRef ds:uri="http://www.w3.org/XML/1998/namespace"/>
    <ds:schemaRef ds:uri="http://schemas.microsoft.com/office/2006/documentManagement/types"/>
    <ds:schemaRef ds:uri="http://schemas.microsoft.com/office/infopath/2007/PartnerControls"/>
    <ds:schemaRef ds:uri="http://purl.org/dc/dcmitype/"/>
    <ds:schemaRef ds:uri="http://schemas.microsoft.com/office/2006/metadata/properties"/>
    <ds:schemaRef ds:uri="http://purl.org/dc/terms/"/>
    <ds:schemaRef ds:uri="http://purl.org/dc/elements/1.1/"/>
    <ds:schemaRef ds:uri="http://schemas.openxmlformats.org/package/2006/metadata/core-properties"/>
    <ds:schemaRef ds:uri="14461b83-3642-4558-a9b0-db76793359b6"/>
  </ds:schemaRefs>
</ds:datastoreItem>
</file>

<file path=customXml/itemProps2.xml><?xml version="1.0" encoding="utf-8"?>
<ds:datastoreItem xmlns:ds="http://schemas.openxmlformats.org/officeDocument/2006/customXml" ds:itemID="{AB04A177-710B-46BC-990F-AACF58684557}">
  <ds:schemaRefs>
    <ds:schemaRef ds:uri="http://schemas.microsoft.com/office/2006/metadata/contentType"/>
    <ds:schemaRef ds:uri="http://schemas.microsoft.com/office/2006/metadata/properties/metaAttributes"/>
    <ds:schemaRef ds:uri="http://www.w3.org/2001/XMLSchema"/>
    <ds:schemaRef ds:uri="http://schemas.microsoft.com/office/2006/metadata/properties"/>
    <ds:schemaRef ds:uri="14461b83-3642-4558-a9b0-db76793359b6"/>
    <ds:schemaRef ds:uri="http://schemas.microsoft.com/office/2006/documentManagement/types"/>
    <ds:schemaRef ds:uri="http://schemas.microsoft.com/office/infopath/2007/PartnerControls"/>
    <ds:schemaRef ds:uri="http://schemas.openxmlformats.org/package/2006/metadata/core-properties"/>
    <ds:schemaRef ds:uri="http://purl.org/dc/elements/1.1/"/>
    <ds:schemaRef ds:uri="http://purl.org/dc/terms/"/>
    <ds:schemaRef ds:uri="http://schemas.microsoft.com/internal/obd"/>
  </ds:schemaRefs>
</ds:datastoreItem>
</file>

<file path=customXml/itemProps3.xml><?xml version="1.0" encoding="utf-8"?>
<ds:datastoreItem xmlns:ds="http://schemas.openxmlformats.org/officeDocument/2006/customXml" ds:itemID="{685DB456-CBB6-41AD-BA26-AB3AA359EF88}">
  <ds:schemaRefs>
    <ds:schemaRef ds:uri="http://schemas.microsoft.com/sharepoint/v3/contenttype/forms"/>
  </ds:schemaRefs>
</ds:datastoreItem>
</file>

<file path=docProps/app.xml><?xml version="1.0" encoding="utf-8"?>
<Properties xmlns="http://schemas.openxmlformats.org/officeDocument/2006/extended-properties" xmlns:vt="http://schemas.openxmlformats.org/officeDocument/2006/docPropsVTypes">
  <TotalTime>1386</TotalTime>
  <Words>654</Words>
  <Application>Microsoft Office PowerPoint</Application>
  <PresentationFormat>Widescreen</PresentationFormat>
  <Paragraphs>67</Paragraphs>
  <Slides>4</Slides>
  <Notes>4</Notes>
  <HiddenSlides>0</HiddenSlides>
  <MMClips>0</MMClips>
  <ScaleCrop>false</ScaleCrop>
  <HeadingPairs>
    <vt:vector size="6" baseType="variant">
      <vt:variant>
        <vt:lpstr>Fonts Used</vt:lpstr>
      </vt:variant>
      <vt:variant>
        <vt:i4>7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4</vt:i4>
      </vt:variant>
    </vt:vector>
  </HeadingPairs>
  <TitlesOfParts>
    <vt:vector size="12" baseType="lpstr">
      <vt:lpstr>Aptos</vt:lpstr>
      <vt:lpstr>Aptos Display</vt:lpstr>
      <vt:lpstr>Arial</vt:lpstr>
      <vt:lpstr>Co Headline Regular</vt:lpstr>
      <vt:lpstr>Courier New</vt:lpstr>
      <vt:lpstr>Symbol</vt:lpstr>
      <vt:lpstr>Times New Roman</vt:lpstr>
      <vt:lpstr>Office Theme</vt:lpstr>
      <vt:lpstr>Enterprise Solutions EUDAMED Application Demonstration Project: EUDAMED</vt:lpstr>
      <vt:lpstr>EUDAMED Application Purpose &amp; Function </vt:lpstr>
      <vt:lpstr>EUDAMED Data Maintenance </vt:lpstr>
      <vt:lpstr>Clarification Questions for Production 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creator>Amanda Kiddle</dc:creator>
  <cp:lastModifiedBy>Frank Bogle</cp:lastModifiedBy>
  <cp:revision>19</cp:revision>
  <dcterms:created xsi:type="dcterms:W3CDTF">2025-01-20T10:52:28Z</dcterms:created>
  <dcterms:modified xsi:type="dcterms:W3CDTF">2026-09-03T09:23:45Z</dcterms:modified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ContentTypeId">
    <vt:lpwstr>0x01010071759E773A64E54E83936B15053BD789</vt:lpwstr>
  </property>
  <property fmtid="{D5CDD505-2E9C-101B-9397-08002B2CF9AE}" pid="3" name="MediaServiceImageTags">
    <vt:lpwstr/>
  </property>
</Properties>
</file>