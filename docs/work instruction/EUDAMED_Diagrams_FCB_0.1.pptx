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23256-4A4B-308D-D61C-28A56712E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BD824-15B9-362F-81E7-12126933A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1225B-AD44-15E8-874F-D2A714B3D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7EB8-C8DB-F449-8C1C-8FBA4C57F99B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DC706-683F-CC8A-F624-7CC426E2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F2F4B-22CE-DD47-0854-4E2A18656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8BDC-5A24-1945-A502-0992E425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89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EECA1-7846-45D4-31F4-8CB4403CA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71A13-10AC-8B74-75EE-97CC02E98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2E012-A107-5DD8-2360-5C5C7A4E7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7EB8-C8DB-F449-8C1C-8FBA4C57F99B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EC393-A798-806B-C91A-92FEF1D4A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52EF1-A465-2800-8D83-15FBC848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8BDC-5A24-1945-A502-0992E425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23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D1C18-AC85-1A42-45BC-BA35598F1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2A686-8865-1C6E-4353-AABB6D851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3DE0D-BBD8-C639-9CC8-8BF5841AC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7EB8-C8DB-F449-8C1C-8FBA4C57F99B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F2CBE-5457-1543-2DD1-AC466FBBF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F4C51-639A-8FDD-6EC9-B09EAE10F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8BDC-5A24-1945-A502-0992E425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553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731D2-3289-E16D-29D1-53F1AC66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51F0D-C3B4-93B1-4802-5775F1CC2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E3227-4139-78F3-1FDF-D3CF0DB1B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A0B6A-2420-EB52-A9A6-85AAAC7A0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7EB8-C8DB-F449-8C1C-8FBA4C57F99B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564DD4-D22D-FA70-4130-FF470AF62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ADFAA-1E24-3911-7A60-9D647A3BA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8BDC-5A24-1945-A502-0992E425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35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AA916-8227-7FFD-4497-C85874D62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ACDCC-F3DF-F684-FB4A-03B5B63DD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62A1E1-D1B9-1444-5420-3426CD3F5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C06129-48C9-4232-4F63-EDE89F90FF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D73E58-F8BB-9C43-5EC7-AC0C451BA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516152-F8CC-616E-A162-26A1E9A90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7EB8-C8DB-F449-8C1C-8FBA4C57F99B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46172A-003B-0AD5-2379-D57FDE19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27A978-9FBD-7E2C-C86C-52DA47042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8BDC-5A24-1945-A502-0992E425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61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57BB9-81F6-AC8D-FDC4-D5ADDDA73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726E33-2416-B66D-C17C-7AEF22E6B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7EB8-C8DB-F449-8C1C-8FBA4C57F99B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86BDE-29F0-3E88-E91C-1AD8294D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301F8-C7CF-FF25-D3EE-4CF0790E1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8BDC-5A24-1945-A502-0992E425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159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686E25-A9BB-7E7F-306F-0B33B1251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7EB8-C8DB-F449-8C1C-8FBA4C57F99B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465B2-137D-FF12-EE72-50EA1CB11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55048-B124-D59C-EC29-23EAA6486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8BDC-5A24-1945-A502-0992E425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16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3376-5C4E-14E7-7640-2179ED459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AD303-38F1-B127-AB8D-383017007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5AFDC-5E23-70D4-9B6F-5936199CB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5CBFC-37A5-0E84-56B3-E8346F18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7EB8-C8DB-F449-8C1C-8FBA4C57F99B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5F31C-1C24-61FE-27F7-61008C45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7A24D-B622-1548-10DA-1EF62BA5B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8BDC-5A24-1945-A502-0992E425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17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502E7-5645-FEDD-EED6-9FF08B3BC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BDF004-A97D-BBD2-7D2E-F3DF1B113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BA266-28EC-E835-A919-C2BA48F80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0D8BE-C2A7-447F-8A8F-1E5D1677A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7EB8-C8DB-F449-8C1C-8FBA4C57F99B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12BB8-0C0B-C1C9-61BD-9CE214A8B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74529-FF3F-7C47-00E8-422CE6360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8BDC-5A24-1945-A502-0992E425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72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AEAB0-A3AE-B354-EDF4-9960E098E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D131B-FBEB-7BD0-A669-A9DE60CAF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F04D4-1F5F-B0CF-CF45-00232756F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7EB8-C8DB-F449-8C1C-8FBA4C57F99B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500DA-D891-5F63-9FEB-FBFF2355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DFBF1-880D-8F3A-FBAF-C244BC30E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8BDC-5A24-1945-A502-0992E425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14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BA3EA7-2865-5AD6-5E4B-F22ED7B07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C782C-3507-810A-17A4-7F4E19DC4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1B7AF-99D3-B970-9990-A32E09D43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7EB8-C8DB-F449-8C1C-8FBA4C57F99B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ED223-A68A-7119-2DB7-896050C1A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4F3FD-156B-E1F2-3E9C-297F83B3D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8BDC-5A24-1945-A502-0992E425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02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0217A2-5A9B-1977-E085-2073F3F13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32C95-248F-3A8F-D000-14786CB4C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3D61D-10CD-3A9C-B48D-3871F201F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D7EB8-C8DB-F449-8C1C-8FBA4C57F99B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8831E-B808-65F7-C62E-8A223E0A0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69133-7BEB-698A-4570-49B66DFEC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858BDC-5A24-1945-A502-0992E425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325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21B11F-6C4D-FE06-3113-D08040F87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05" y="272560"/>
            <a:ext cx="7772400" cy="6580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3E38B6-6BD9-C822-9B97-A58BB6379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05" y="1378958"/>
            <a:ext cx="7772400" cy="9367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2C0C36-4488-85E0-9BD6-BCF843E63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05" y="2528806"/>
            <a:ext cx="7772400" cy="35056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4BC4774-BAD8-DAFA-97B7-170E906F094A}"/>
              </a:ext>
            </a:extLst>
          </p:cNvPr>
          <p:cNvSpPr/>
          <p:nvPr/>
        </p:nvSpPr>
        <p:spPr>
          <a:xfrm>
            <a:off x="5498757" y="185351"/>
            <a:ext cx="2847148" cy="8649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3298CA-D4F9-BB65-68CB-8013DBC5C01E}"/>
              </a:ext>
            </a:extLst>
          </p:cNvPr>
          <p:cNvSpPr/>
          <p:nvPr/>
        </p:nvSpPr>
        <p:spPr>
          <a:xfrm>
            <a:off x="2339545" y="1378958"/>
            <a:ext cx="6006359" cy="9564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7263FD-5951-FFC3-6887-61952D4BC8B0}"/>
              </a:ext>
            </a:extLst>
          </p:cNvPr>
          <p:cNvSpPr/>
          <p:nvPr/>
        </p:nvSpPr>
        <p:spPr>
          <a:xfrm>
            <a:off x="573504" y="3669957"/>
            <a:ext cx="7772399" cy="11368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0021-1EE6-06CC-6B01-0DA2203673BE}"/>
              </a:ext>
            </a:extLst>
          </p:cNvPr>
          <p:cNvSpPr/>
          <p:nvPr/>
        </p:nvSpPr>
        <p:spPr>
          <a:xfrm>
            <a:off x="573504" y="185351"/>
            <a:ext cx="2847148" cy="8649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28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92C3F4-CE20-26F1-B5C2-7CF293CA3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43" y="264315"/>
            <a:ext cx="7772400" cy="36108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E8A125B-E70B-F3AF-1281-B70C83D3A8CB}"/>
              </a:ext>
            </a:extLst>
          </p:cNvPr>
          <p:cNvSpPr/>
          <p:nvPr/>
        </p:nvSpPr>
        <p:spPr>
          <a:xfrm>
            <a:off x="368643" y="1501345"/>
            <a:ext cx="7772399" cy="11368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988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249122-34FC-6C29-1C69-E81355CFC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85" y="482056"/>
            <a:ext cx="7772400" cy="43617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DAE8D0F-A00D-D920-7547-9D24850927ED}"/>
              </a:ext>
            </a:extLst>
          </p:cNvPr>
          <p:cNvSpPr/>
          <p:nvPr/>
        </p:nvSpPr>
        <p:spPr>
          <a:xfrm>
            <a:off x="214186" y="1785550"/>
            <a:ext cx="7772399" cy="30582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91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D4AD95-8401-0ED9-4F95-89DFD06D8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02" y="428083"/>
            <a:ext cx="7772400" cy="34316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79D8A9-679D-BA00-0B7B-D48434CEB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02" y="4110571"/>
            <a:ext cx="7772400" cy="19484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34D672B-18B1-AA84-354F-7F140FED965D}"/>
              </a:ext>
            </a:extLst>
          </p:cNvPr>
          <p:cNvSpPr/>
          <p:nvPr/>
        </p:nvSpPr>
        <p:spPr>
          <a:xfrm>
            <a:off x="294502" y="3991232"/>
            <a:ext cx="7772399" cy="22489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6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7D27A0-0516-EC35-D30A-97F510984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11" y="413403"/>
            <a:ext cx="7772400" cy="444953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8C06268-EED3-8D9C-CE1B-56ACB8F4D9CF}"/>
              </a:ext>
            </a:extLst>
          </p:cNvPr>
          <p:cNvSpPr/>
          <p:nvPr/>
        </p:nvSpPr>
        <p:spPr>
          <a:xfrm>
            <a:off x="492211" y="3249827"/>
            <a:ext cx="7772399" cy="1613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27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3DEA9D-18CE-A003-4C27-3E06C2092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62" y="513322"/>
            <a:ext cx="7772400" cy="42002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DB6DACB-710D-E078-6BEA-2EC71AED6A23}"/>
              </a:ext>
            </a:extLst>
          </p:cNvPr>
          <p:cNvSpPr/>
          <p:nvPr/>
        </p:nvSpPr>
        <p:spPr>
          <a:xfrm>
            <a:off x="492211" y="439180"/>
            <a:ext cx="2732903" cy="43496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3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626FF51-F389-737B-4671-649423F8B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70" y="541891"/>
            <a:ext cx="7772400" cy="110336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D10047F-9F3F-370B-5A2C-62491FDACF60}"/>
              </a:ext>
            </a:extLst>
          </p:cNvPr>
          <p:cNvSpPr/>
          <p:nvPr/>
        </p:nvSpPr>
        <p:spPr>
          <a:xfrm>
            <a:off x="418070" y="878305"/>
            <a:ext cx="7772399" cy="5293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D78C26-6640-4A5F-B8E8-719994BC3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70" y="1981668"/>
            <a:ext cx="7772400" cy="409984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06113EE-27DE-8E69-9ADD-E9C23156BA9A}"/>
              </a:ext>
            </a:extLst>
          </p:cNvPr>
          <p:cNvSpPr/>
          <p:nvPr/>
        </p:nvSpPr>
        <p:spPr>
          <a:xfrm>
            <a:off x="418069" y="4158916"/>
            <a:ext cx="7772399" cy="1922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413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E63C63-9F94-8B2A-B18E-C0FB508C4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98253"/>
            <a:ext cx="7772400" cy="30307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A08D0E0-F209-B32B-23FE-E6E71E909ED1}"/>
              </a:ext>
            </a:extLst>
          </p:cNvPr>
          <p:cNvSpPr/>
          <p:nvPr/>
        </p:nvSpPr>
        <p:spPr>
          <a:xfrm>
            <a:off x="6277232" y="557029"/>
            <a:ext cx="1320112" cy="5293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E95182-0F49-BE65-4201-B106FD4BBF9C}"/>
              </a:ext>
            </a:extLst>
          </p:cNvPr>
          <p:cNvSpPr/>
          <p:nvPr/>
        </p:nvSpPr>
        <p:spPr>
          <a:xfrm>
            <a:off x="381001" y="1648930"/>
            <a:ext cx="7772399" cy="19388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14AE2C-A7A2-AB09-920F-CDBB1E45CBFE}"/>
              </a:ext>
            </a:extLst>
          </p:cNvPr>
          <p:cNvSpPr/>
          <p:nvPr/>
        </p:nvSpPr>
        <p:spPr>
          <a:xfrm>
            <a:off x="2426042" y="2899610"/>
            <a:ext cx="1320112" cy="5293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83521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D6D563-4746-27E8-20E3-22013E35B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57" y="533069"/>
            <a:ext cx="7772400" cy="22825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21934B6-2961-AF0F-F741-C8CF108594EC}"/>
              </a:ext>
            </a:extLst>
          </p:cNvPr>
          <p:cNvSpPr/>
          <p:nvPr/>
        </p:nvSpPr>
        <p:spPr>
          <a:xfrm>
            <a:off x="498388" y="2286220"/>
            <a:ext cx="1320112" cy="5293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9279A1-C290-1521-69D2-342226455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57" y="2963601"/>
            <a:ext cx="7772400" cy="377285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A98EE73-4DF5-FE58-F255-2B10CF4B1D2E}"/>
              </a:ext>
            </a:extLst>
          </p:cNvPr>
          <p:cNvSpPr/>
          <p:nvPr/>
        </p:nvSpPr>
        <p:spPr>
          <a:xfrm>
            <a:off x="393357" y="4850027"/>
            <a:ext cx="7772400" cy="18864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28371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C3294F-DEE0-911F-4308-1A3A9CE1C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05" y="3562639"/>
            <a:ext cx="7772400" cy="31679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28E827A-3CE3-61B1-0AE3-F8259848FEFA}"/>
              </a:ext>
            </a:extLst>
          </p:cNvPr>
          <p:cNvSpPr/>
          <p:nvPr/>
        </p:nvSpPr>
        <p:spPr>
          <a:xfrm>
            <a:off x="325393" y="4213885"/>
            <a:ext cx="1320112" cy="5293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E3AC64-14CF-D19C-695D-AC76F906C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05" y="0"/>
            <a:ext cx="7772400" cy="348733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09EC27-7CEA-1BC4-E996-BD6DA90134E5}"/>
              </a:ext>
            </a:extLst>
          </p:cNvPr>
          <p:cNvSpPr/>
          <p:nvPr/>
        </p:nvSpPr>
        <p:spPr>
          <a:xfrm>
            <a:off x="284202" y="2055571"/>
            <a:ext cx="1320112" cy="5293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48302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ED5021-91B5-C62A-4C18-7DE753097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44" y="428128"/>
            <a:ext cx="7772400" cy="262834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6B72A4-6DE1-E2C0-117E-CDCD6C601B69}"/>
              </a:ext>
            </a:extLst>
          </p:cNvPr>
          <p:cNvSpPr/>
          <p:nvPr/>
        </p:nvSpPr>
        <p:spPr>
          <a:xfrm>
            <a:off x="279544" y="1767016"/>
            <a:ext cx="7772400" cy="6549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85537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7064A0-BBB5-13C9-F4E7-092D3B310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84" y="585230"/>
            <a:ext cx="7772400" cy="49708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8E0EDB-1FA9-5E19-C035-7DC09B3918B3}"/>
              </a:ext>
            </a:extLst>
          </p:cNvPr>
          <p:cNvSpPr/>
          <p:nvPr/>
        </p:nvSpPr>
        <p:spPr>
          <a:xfrm>
            <a:off x="4003585" y="585230"/>
            <a:ext cx="1320112" cy="5293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C43FFF-7AC6-F900-7987-4A92CA47E5A9}"/>
              </a:ext>
            </a:extLst>
          </p:cNvPr>
          <p:cNvSpPr/>
          <p:nvPr/>
        </p:nvSpPr>
        <p:spPr>
          <a:xfrm>
            <a:off x="442783" y="1565532"/>
            <a:ext cx="7772399" cy="38837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28505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D43B81-963C-6244-74C6-758700202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70" y="717659"/>
            <a:ext cx="7772400" cy="47997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CB8828-71B1-91FA-C079-DFC2FDCEFA05}"/>
              </a:ext>
            </a:extLst>
          </p:cNvPr>
          <p:cNvSpPr/>
          <p:nvPr/>
        </p:nvSpPr>
        <p:spPr>
          <a:xfrm>
            <a:off x="5844742" y="717659"/>
            <a:ext cx="1320112" cy="5293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35173A-F08E-BBD2-262E-2ACAD8FD0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89" y="1528724"/>
            <a:ext cx="7772400" cy="476438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9AC1ACB-FB9A-0463-7A97-CBE6F890A610}"/>
              </a:ext>
            </a:extLst>
          </p:cNvPr>
          <p:cNvSpPr/>
          <p:nvPr/>
        </p:nvSpPr>
        <p:spPr>
          <a:xfrm>
            <a:off x="1029725" y="4441160"/>
            <a:ext cx="1861755" cy="6868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71491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4E2F60-95A9-D787-8AD1-AB760F918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03" y="310645"/>
            <a:ext cx="7772400" cy="19365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41665B-7E25-ECCF-E5D7-E4A351858299}"/>
              </a:ext>
            </a:extLst>
          </p:cNvPr>
          <p:cNvSpPr/>
          <p:nvPr/>
        </p:nvSpPr>
        <p:spPr>
          <a:xfrm>
            <a:off x="1112108" y="679622"/>
            <a:ext cx="3534033" cy="15675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08C165-C52D-D28D-4D8F-768EC3D47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03" y="2460721"/>
            <a:ext cx="7772400" cy="19365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2CD0E2D-FDC5-6E5A-130E-60A4C4C49751}"/>
              </a:ext>
            </a:extLst>
          </p:cNvPr>
          <p:cNvSpPr/>
          <p:nvPr/>
        </p:nvSpPr>
        <p:spPr>
          <a:xfrm>
            <a:off x="6855941" y="3101546"/>
            <a:ext cx="1210962" cy="444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D9E449-1E60-1F2B-4E79-75EB49502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97" y="4866142"/>
            <a:ext cx="7772400" cy="56089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00E29B0-0A19-8A33-CBCB-63749B5501E3}"/>
              </a:ext>
            </a:extLst>
          </p:cNvPr>
          <p:cNvSpPr/>
          <p:nvPr/>
        </p:nvSpPr>
        <p:spPr>
          <a:xfrm>
            <a:off x="6761206" y="4924167"/>
            <a:ext cx="1210962" cy="444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33102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229406-8D7D-1446-B576-207B3B4FE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79" y="404137"/>
            <a:ext cx="7772400" cy="263275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341D10F-18C0-0F4A-E94E-9255D7C07F1F}"/>
              </a:ext>
            </a:extLst>
          </p:cNvPr>
          <p:cNvSpPr/>
          <p:nvPr/>
        </p:nvSpPr>
        <p:spPr>
          <a:xfrm>
            <a:off x="3065994" y="358348"/>
            <a:ext cx="1210962" cy="444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C3D981-97D3-9234-D62D-3B3B2E427AF7}"/>
              </a:ext>
            </a:extLst>
          </p:cNvPr>
          <p:cNvSpPr/>
          <p:nvPr/>
        </p:nvSpPr>
        <p:spPr>
          <a:xfrm>
            <a:off x="4626089" y="931854"/>
            <a:ext cx="1210962" cy="2105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857053-4B41-0CCB-5848-EE376AF71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79" y="3819157"/>
            <a:ext cx="7772400" cy="187248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00388F5-6392-5A20-8145-C701F4FC0E9E}"/>
              </a:ext>
            </a:extLst>
          </p:cNvPr>
          <p:cNvSpPr/>
          <p:nvPr/>
        </p:nvSpPr>
        <p:spPr>
          <a:xfrm>
            <a:off x="2810621" y="4532979"/>
            <a:ext cx="1210962" cy="444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93629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335CE0-A87E-8BEB-A80C-11ABB00A0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16" y="442608"/>
            <a:ext cx="7772400" cy="22904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AD7F8B-A79A-4DFD-602F-0AE79AB5D514}"/>
              </a:ext>
            </a:extLst>
          </p:cNvPr>
          <p:cNvSpPr/>
          <p:nvPr/>
        </p:nvSpPr>
        <p:spPr>
          <a:xfrm>
            <a:off x="2994454" y="926758"/>
            <a:ext cx="2368378" cy="17175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98060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532DD7-60CB-0190-2E69-3B4115A61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70" y="445686"/>
            <a:ext cx="7772400" cy="482980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21D759E-3C37-0102-F1BA-12C3111746C2}"/>
              </a:ext>
            </a:extLst>
          </p:cNvPr>
          <p:cNvSpPr/>
          <p:nvPr/>
        </p:nvSpPr>
        <p:spPr>
          <a:xfrm>
            <a:off x="2843573" y="507471"/>
            <a:ext cx="1210962" cy="444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E586AD-B7DD-A81F-3455-9C56C1E77392}"/>
              </a:ext>
            </a:extLst>
          </p:cNvPr>
          <p:cNvSpPr/>
          <p:nvPr/>
        </p:nvSpPr>
        <p:spPr>
          <a:xfrm>
            <a:off x="418070" y="1582509"/>
            <a:ext cx="7772400" cy="37547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57743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CBA0A6-D115-F6D4-53C7-9FD66726D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27" y="618559"/>
            <a:ext cx="7772400" cy="374265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450D77-D922-C3CC-517D-68973D28CE0E}"/>
              </a:ext>
            </a:extLst>
          </p:cNvPr>
          <p:cNvSpPr/>
          <p:nvPr/>
        </p:nvSpPr>
        <p:spPr>
          <a:xfrm>
            <a:off x="742923" y="2867611"/>
            <a:ext cx="1431865" cy="5613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B017CF-033C-1A68-D8A4-220B9F8EE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94" y="4778784"/>
            <a:ext cx="7772400" cy="61204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22B1D91-A989-CCB5-91C2-71E60EE2E95A}"/>
              </a:ext>
            </a:extLst>
          </p:cNvPr>
          <p:cNvSpPr/>
          <p:nvPr/>
        </p:nvSpPr>
        <p:spPr>
          <a:xfrm>
            <a:off x="6759142" y="4820110"/>
            <a:ext cx="1320112" cy="5293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51513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6EC90D-10B4-AACC-C436-0818D64C5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43" y="462436"/>
            <a:ext cx="7772400" cy="29665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6EF39BB-C0E3-7FE9-F929-85F775EADFB3}"/>
              </a:ext>
            </a:extLst>
          </p:cNvPr>
          <p:cNvSpPr/>
          <p:nvPr/>
        </p:nvSpPr>
        <p:spPr>
          <a:xfrm>
            <a:off x="3770330" y="1198608"/>
            <a:ext cx="1210962" cy="444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758223-206C-1821-5EE8-0227F95ADA2C}"/>
              </a:ext>
            </a:extLst>
          </p:cNvPr>
          <p:cNvSpPr/>
          <p:nvPr/>
        </p:nvSpPr>
        <p:spPr>
          <a:xfrm>
            <a:off x="2464632" y="2586683"/>
            <a:ext cx="1810805" cy="527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26557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F9EB34-1D85-C64C-95B5-02AD303E9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43" y="440706"/>
            <a:ext cx="7772400" cy="308510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C9B7874-3751-1C3B-B324-B97CD22CF1C3}"/>
              </a:ext>
            </a:extLst>
          </p:cNvPr>
          <p:cNvSpPr/>
          <p:nvPr/>
        </p:nvSpPr>
        <p:spPr>
          <a:xfrm>
            <a:off x="2995973" y="856736"/>
            <a:ext cx="2292719" cy="25722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81F234-9FC1-C428-AD61-2711FC1693AF}"/>
              </a:ext>
            </a:extLst>
          </p:cNvPr>
          <p:cNvSpPr/>
          <p:nvPr/>
        </p:nvSpPr>
        <p:spPr>
          <a:xfrm>
            <a:off x="5350477" y="1456040"/>
            <a:ext cx="2292719" cy="527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F58770-BE0C-B0C4-E89B-DD56233C5D7C}"/>
              </a:ext>
            </a:extLst>
          </p:cNvPr>
          <p:cNvSpPr/>
          <p:nvPr/>
        </p:nvSpPr>
        <p:spPr>
          <a:xfrm>
            <a:off x="5350477" y="2734984"/>
            <a:ext cx="2292719" cy="527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38796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0C7CF8-9B74-D88D-8E6F-9D7599324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05" y="397286"/>
            <a:ext cx="7772400" cy="45311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35874FB-BA3D-F6C3-0EF3-09374DC63EB0}"/>
              </a:ext>
            </a:extLst>
          </p:cNvPr>
          <p:cNvSpPr/>
          <p:nvPr/>
        </p:nvSpPr>
        <p:spPr>
          <a:xfrm>
            <a:off x="6513529" y="1173894"/>
            <a:ext cx="1345367" cy="444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1511E4-CA05-2F9A-DD21-F15402CC6DD9}"/>
              </a:ext>
            </a:extLst>
          </p:cNvPr>
          <p:cNvSpPr/>
          <p:nvPr/>
        </p:nvSpPr>
        <p:spPr>
          <a:xfrm>
            <a:off x="4094205" y="2549613"/>
            <a:ext cx="1861752" cy="5272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5E3D13-6618-EAD2-3C45-D93DF7421CA0}"/>
              </a:ext>
            </a:extLst>
          </p:cNvPr>
          <p:cNvSpPr/>
          <p:nvPr/>
        </p:nvSpPr>
        <p:spPr>
          <a:xfrm>
            <a:off x="4094205" y="3665841"/>
            <a:ext cx="1861752" cy="5272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86584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7D03F8-D96D-DA4E-A9FD-5FF75A68C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40" y="927823"/>
            <a:ext cx="7772400" cy="34865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B029D2-310F-F41F-23D8-DA210CB1F9F7}"/>
              </a:ext>
            </a:extLst>
          </p:cNvPr>
          <p:cNvSpPr/>
          <p:nvPr/>
        </p:nvSpPr>
        <p:spPr>
          <a:xfrm>
            <a:off x="3350738" y="2578441"/>
            <a:ext cx="4876801" cy="5272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E5A26F-3C9F-952E-4935-F3764571C07F}"/>
              </a:ext>
            </a:extLst>
          </p:cNvPr>
          <p:cNvSpPr/>
          <p:nvPr/>
        </p:nvSpPr>
        <p:spPr>
          <a:xfrm>
            <a:off x="455140" y="3165390"/>
            <a:ext cx="7772400" cy="12490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28898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2002</TotalTime>
  <Words>0</Words>
  <Application>Microsoft Macintosh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Bogle</dc:creator>
  <cp:lastModifiedBy>Frank Bogle</cp:lastModifiedBy>
  <cp:revision>7</cp:revision>
  <dcterms:created xsi:type="dcterms:W3CDTF">2026-10-21T06:16:12Z</dcterms:created>
  <dcterms:modified xsi:type="dcterms:W3CDTF">2026-10-22T15:38:53Z</dcterms:modified>
</cp:coreProperties>
</file>